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embeddedFontLst>
    <p:embeddedFont>
      <p:font typeface="PT Sans Bold" charset="1" panose="020B0703020203020204"/>
      <p:regular r:id="rId13"/>
    </p:embeddedFont>
    <p:embeddedFont>
      <p:font typeface="Exo 2 Bold" charset="1" panose="00000000000000000000"/>
      <p:regular r:id="rId14"/>
    </p:embeddedFont>
    <p:embeddedFont>
      <p:font typeface="Arial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00" Target="../media/image99.svg" Type="http://schemas.openxmlformats.org/officeDocument/2006/relationships/image"/><Relationship Id="rId101" Target="../media/image100.png" Type="http://schemas.openxmlformats.org/officeDocument/2006/relationships/image"/><Relationship Id="rId102" Target="../media/image101.svg" Type="http://schemas.openxmlformats.org/officeDocument/2006/relationships/image"/><Relationship Id="rId103" Target="../media/image102.svg" Type="http://schemas.openxmlformats.org/officeDocument/2006/relationships/image"/><Relationship Id="rId104" Target="../media/image103.svg" Type="http://schemas.openxmlformats.org/officeDocument/2006/relationships/image"/><Relationship Id="rId105" Target="../media/image104.svg" Type="http://schemas.openxmlformats.org/officeDocument/2006/relationships/image"/><Relationship Id="rId106" Target="../media/image105.svg" Type="http://schemas.openxmlformats.org/officeDocument/2006/relationships/image"/><Relationship Id="rId107" Target="../media/image106.svg" Type="http://schemas.openxmlformats.org/officeDocument/2006/relationships/image"/><Relationship Id="rId108" Target="../media/image107.svg" Type="http://schemas.openxmlformats.org/officeDocument/2006/relationships/image"/><Relationship Id="rId109" Target="../media/image108.svg" Type="http://schemas.openxmlformats.org/officeDocument/2006/relationships/image"/><Relationship Id="rId11" Target="../media/image10.svg" Type="http://schemas.openxmlformats.org/officeDocument/2006/relationships/image"/><Relationship Id="rId110" Target="../media/image109.svg" Type="http://schemas.openxmlformats.org/officeDocument/2006/relationships/image"/><Relationship Id="rId111" Target="../media/image110.svg" Type="http://schemas.openxmlformats.org/officeDocument/2006/relationships/image"/><Relationship Id="rId112" Target="../media/image111.svg" Type="http://schemas.openxmlformats.org/officeDocument/2006/relationships/image"/><Relationship Id="rId113" Target="../media/image112.svg" Type="http://schemas.openxmlformats.org/officeDocument/2006/relationships/image"/><Relationship Id="rId114" Target="../media/image113.svg" Type="http://schemas.openxmlformats.org/officeDocument/2006/relationships/image"/><Relationship Id="rId115" Target="../media/image114.svg" Type="http://schemas.openxmlformats.org/officeDocument/2006/relationships/image"/><Relationship Id="rId116" Target="../media/image115.svg" Type="http://schemas.openxmlformats.org/officeDocument/2006/relationships/image"/><Relationship Id="rId117" Target="../media/image116.png" Type="http://schemas.openxmlformats.org/officeDocument/2006/relationships/image"/><Relationship Id="rId118" Target="../media/image117.svg" Type="http://schemas.openxmlformats.org/officeDocument/2006/relationships/image"/><Relationship Id="rId119" Target="../media/image118.png" Type="http://schemas.openxmlformats.org/officeDocument/2006/relationships/image"/><Relationship Id="rId12" Target="../media/image11.svg" Type="http://schemas.openxmlformats.org/officeDocument/2006/relationships/image"/><Relationship Id="rId120" Target="../media/image119.svg" Type="http://schemas.openxmlformats.org/officeDocument/2006/relationships/image"/><Relationship Id="rId121" Target="../media/image120.png" Type="http://schemas.openxmlformats.org/officeDocument/2006/relationships/image"/><Relationship Id="rId122" Target="../media/image121.svg" Type="http://schemas.openxmlformats.org/officeDocument/2006/relationships/image"/><Relationship Id="rId123" Target="../media/image122.png" Type="http://schemas.openxmlformats.org/officeDocument/2006/relationships/image"/><Relationship Id="rId124" Target="../media/image123.svg" Type="http://schemas.openxmlformats.org/officeDocument/2006/relationships/image"/><Relationship Id="rId125" Target="../media/image124.png" Type="http://schemas.openxmlformats.org/officeDocument/2006/relationships/image"/><Relationship Id="rId126" Target="../media/image125.svg" Type="http://schemas.openxmlformats.org/officeDocument/2006/relationships/image"/><Relationship Id="rId127" Target="../media/image126.png" Type="http://schemas.openxmlformats.org/officeDocument/2006/relationships/image"/><Relationship Id="rId128" Target="../media/image127.svg" Type="http://schemas.openxmlformats.org/officeDocument/2006/relationships/image"/><Relationship Id="rId129" Target="../media/image128.png" Type="http://schemas.openxmlformats.org/officeDocument/2006/relationships/image"/><Relationship Id="rId13" Target="../media/image12.svg" Type="http://schemas.openxmlformats.org/officeDocument/2006/relationships/image"/><Relationship Id="rId130" Target="../media/image129.svg" Type="http://schemas.openxmlformats.org/officeDocument/2006/relationships/image"/><Relationship Id="rId131" Target="../media/image130.svg" Type="http://schemas.openxmlformats.org/officeDocument/2006/relationships/image"/><Relationship Id="rId132" Target="../media/image131.png" Type="http://schemas.openxmlformats.org/officeDocument/2006/relationships/image"/><Relationship Id="rId133" Target="../media/image132.svg" Type="http://schemas.openxmlformats.org/officeDocument/2006/relationships/image"/><Relationship Id="rId134" Target="../media/image133.png" Type="http://schemas.openxmlformats.org/officeDocument/2006/relationships/image"/><Relationship Id="rId135" Target="../media/image134.png" Type="http://schemas.openxmlformats.org/officeDocument/2006/relationships/image"/><Relationship Id="rId136" Target="../media/image135.svg" Type="http://schemas.openxmlformats.org/officeDocument/2006/relationships/image"/><Relationship Id="rId137" Target="../media/image136.png" Type="http://schemas.openxmlformats.org/officeDocument/2006/relationships/image"/><Relationship Id="rId138" Target="../media/image137.svg" Type="http://schemas.openxmlformats.org/officeDocument/2006/relationships/image"/><Relationship Id="rId139" Target="../media/image138.png" Type="http://schemas.openxmlformats.org/officeDocument/2006/relationships/image"/><Relationship Id="rId14" Target="../media/image13.png" Type="http://schemas.openxmlformats.org/officeDocument/2006/relationships/image"/><Relationship Id="rId140" Target="../media/image139.svg" Type="http://schemas.openxmlformats.org/officeDocument/2006/relationships/image"/><Relationship Id="rId141" Target="../media/image140.png" Type="http://schemas.openxmlformats.org/officeDocument/2006/relationships/image"/><Relationship Id="rId142" Target="../media/image141.svg" Type="http://schemas.openxmlformats.org/officeDocument/2006/relationships/image"/><Relationship Id="rId143" Target="../media/image142.png" Type="http://schemas.openxmlformats.org/officeDocument/2006/relationships/image"/><Relationship Id="rId144" Target="../media/image143.svg" Type="http://schemas.openxmlformats.org/officeDocument/2006/relationships/image"/><Relationship Id="rId145" Target="../media/image144.png" Type="http://schemas.openxmlformats.org/officeDocument/2006/relationships/image"/><Relationship Id="rId146" Target="../media/image145.svg" Type="http://schemas.openxmlformats.org/officeDocument/2006/relationships/image"/><Relationship Id="rId147" Target="../media/image146.svg" Type="http://schemas.openxmlformats.org/officeDocument/2006/relationships/image"/><Relationship Id="rId148" Target="../media/image147.png" Type="http://schemas.openxmlformats.org/officeDocument/2006/relationships/image"/><Relationship Id="rId149" Target="../media/image148.svg" Type="http://schemas.openxmlformats.org/officeDocument/2006/relationships/image"/><Relationship Id="rId15" Target="../media/image14.svg" Type="http://schemas.openxmlformats.org/officeDocument/2006/relationships/image"/><Relationship Id="rId150" Target="../media/image149.png" Type="http://schemas.openxmlformats.org/officeDocument/2006/relationships/image"/><Relationship Id="rId151" Target="../media/image150.svg" Type="http://schemas.openxmlformats.org/officeDocument/2006/relationships/image"/><Relationship Id="rId152" Target="../media/image151.png" Type="http://schemas.openxmlformats.org/officeDocument/2006/relationships/image"/><Relationship Id="rId153" Target="../media/image152.svg" Type="http://schemas.openxmlformats.org/officeDocument/2006/relationships/image"/><Relationship Id="rId154" Target="../media/image153.png" Type="http://schemas.openxmlformats.org/officeDocument/2006/relationships/image"/><Relationship Id="rId155" Target="../media/image154.svg" Type="http://schemas.openxmlformats.org/officeDocument/2006/relationships/image"/><Relationship Id="rId156" Target="../media/image155.png" Type="http://schemas.openxmlformats.org/officeDocument/2006/relationships/image"/><Relationship Id="rId157" Target="../media/image156.svg" Type="http://schemas.openxmlformats.org/officeDocument/2006/relationships/image"/><Relationship Id="rId158" Target="../media/image157.png" Type="http://schemas.openxmlformats.org/officeDocument/2006/relationships/image"/><Relationship Id="rId159" Target="../media/image158.svg" Type="http://schemas.openxmlformats.org/officeDocument/2006/relationships/image"/><Relationship Id="rId16" Target="../media/image15.svg" Type="http://schemas.openxmlformats.org/officeDocument/2006/relationships/image"/><Relationship Id="rId160" Target="../media/image159.png" Type="http://schemas.openxmlformats.org/officeDocument/2006/relationships/image"/><Relationship Id="rId161" Target="../media/image160.svg" Type="http://schemas.openxmlformats.org/officeDocument/2006/relationships/image"/><Relationship Id="rId162" Target="../media/image161.png" Type="http://schemas.openxmlformats.org/officeDocument/2006/relationships/image"/><Relationship Id="rId163" Target="../media/image162.svg" Type="http://schemas.openxmlformats.org/officeDocument/2006/relationships/image"/><Relationship Id="rId164" Target="../media/image163.png" Type="http://schemas.openxmlformats.org/officeDocument/2006/relationships/image"/><Relationship Id="rId165" Target="../media/image164.svg" Type="http://schemas.openxmlformats.org/officeDocument/2006/relationships/image"/><Relationship Id="rId166" Target="../media/image165.png" Type="http://schemas.openxmlformats.org/officeDocument/2006/relationships/image"/><Relationship Id="rId167" Target="../media/image166.svg" Type="http://schemas.openxmlformats.org/officeDocument/2006/relationships/image"/><Relationship Id="rId168" Target="../media/image167.svg" Type="http://schemas.openxmlformats.org/officeDocument/2006/relationships/image"/><Relationship Id="rId169" Target="../media/image168.png" Type="http://schemas.openxmlformats.org/officeDocument/2006/relationships/image"/><Relationship Id="rId17" Target="../media/image16.svg" Type="http://schemas.openxmlformats.org/officeDocument/2006/relationships/image"/><Relationship Id="rId170" Target="../media/image169.svg" Type="http://schemas.openxmlformats.org/officeDocument/2006/relationships/image"/><Relationship Id="rId171" Target="../media/image170.svg" Type="http://schemas.openxmlformats.org/officeDocument/2006/relationships/image"/><Relationship Id="rId172" Target="../media/image171.svg" Type="http://schemas.openxmlformats.org/officeDocument/2006/relationships/image"/><Relationship Id="rId173" Target="../media/image172.svg" Type="http://schemas.openxmlformats.org/officeDocument/2006/relationships/image"/><Relationship Id="rId174" Target="../media/image173.svg" Type="http://schemas.openxmlformats.org/officeDocument/2006/relationships/image"/><Relationship Id="rId175" Target="../media/image174.svg" Type="http://schemas.openxmlformats.org/officeDocument/2006/relationships/image"/><Relationship Id="rId176" Target="../media/image175.svg" Type="http://schemas.openxmlformats.org/officeDocument/2006/relationships/image"/><Relationship Id="rId177" Target="../media/image176.svg" Type="http://schemas.openxmlformats.org/officeDocument/2006/relationships/image"/><Relationship Id="rId178" Target="../media/image177.svg" Type="http://schemas.openxmlformats.org/officeDocument/2006/relationships/image"/><Relationship Id="rId179" Target="../media/image178.svg" Type="http://schemas.openxmlformats.org/officeDocument/2006/relationships/image"/><Relationship Id="rId18" Target="../media/image17.svg" Type="http://schemas.openxmlformats.org/officeDocument/2006/relationships/image"/><Relationship Id="rId180" Target="../media/image179.svg" Type="http://schemas.openxmlformats.org/officeDocument/2006/relationships/image"/><Relationship Id="rId181" Target="../media/image180.svg" Type="http://schemas.openxmlformats.org/officeDocument/2006/relationships/image"/><Relationship Id="rId182" Target="../media/image181.svg" Type="http://schemas.openxmlformats.org/officeDocument/2006/relationships/image"/><Relationship Id="rId183" Target="../media/image182.svg" Type="http://schemas.openxmlformats.org/officeDocument/2006/relationships/image"/><Relationship Id="rId184" Target="../media/image183.svg" Type="http://schemas.openxmlformats.org/officeDocument/2006/relationships/image"/><Relationship Id="rId185" Target="../media/image184.svg" Type="http://schemas.openxmlformats.org/officeDocument/2006/relationships/image"/><Relationship Id="rId186" Target="../media/image185.svg" Type="http://schemas.openxmlformats.org/officeDocument/2006/relationships/image"/><Relationship Id="rId187" Target="../media/image186.svg" Type="http://schemas.openxmlformats.org/officeDocument/2006/relationships/image"/><Relationship Id="rId188" Target="../media/image187.svg" Type="http://schemas.openxmlformats.org/officeDocument/2006/relationships/image"/><Relationship Id="rId189" Target="../media/image188.svg" Type="http://schemas.openxmlformats.org/officeDocument/2006/relationships/image"/><Relationship Id="rId19" Target="../media/image18.svg" Type="http://schemas.openxmlformats.org/officeDocument/2006/relationships/image"/><Relationship Id="rId190" Target="../media/image189.png" Type="http://schemas.openxmlformats.org/officeDocument/2006/relationships/image"/><Relationship Id="rId191" Target="../media/image190.svg" Type="http://schemas.openxmlformats.org/officeDocument/2006/relationships/image"/><Relationship Id="rId192" Target="../media/image191.svg" Type="http://schemas.openxmlformats.org/officeDocument/2006/relationships/image"/><Relationship Id="rId193" Target="../media/image192.svg" Type="http://schemas.openxmlformats.org/officeDocument/2006/relationships/image"/><Relationship Id="rId194" Target="../media/image193.svg" Type="http://schemas.openxmlformats.org/officeDocument/2006/relationships/image"/><Relationship Id="rId195" Target="../media/image194.svg" Type="http://schemas.openxmlformats.org/officeDocument/2006/relationships/image"/><Relationship Id="rId196" Target="../media/image195.svg" Type="http://schemas.openxmlformats.org/officeDocument/2006/relationships/image"/><Relationship Id="rId197" Target="../media/image196.svg" Type="http://schemas.openxmlformats.org/officeDocument/2006/relationships/image"/><Relationship Id="rId198" Target="../media/image197.svg" Type="http://schemas.openxmlformats.org/officeDocument/2006/relationships/image"/><Relationship Id="rId199" Target="../media/image19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00" Target="../media/image199.svg" Type="http://schemas.openxmlformats.org/officeDocument/2006/relationships/image"/><Relationship Id="rId201" Target="../media/image200.svg" Type="http://schemas.openxmlformats.org/officeDocument/2006/relationships/image"/><Relationship Id="rId202" Target="../media/image201.svg" Type="http://schemas.openxmlformats.org/officeDocument/2006/relationships/image"/><Relationship Id="rId203" Target="../media/image202.svg" Type="http://schemas.openxmlformats.org/officeDocument/2006/relationships/image"/><Relationship Id="rId204" Target="../media/image203.svg" Type="http://schemas.openxmlformats.org/officeDocument/2006/relationships/image"/><Relationship Id="rId205" Target="../media/image204.svg" Type="http://schemas.openxmlformats.org/officeDocument/2006/relationships/image"/><Relationship Id="rId206" Target="../media/image205.png" Type="http://schemas.openxmlformats.org/officeDocument/2006/relationships/image"/><Relationship Id="rId207" Target="../media/image206.png" Type="http://schemas.openxmlformats.org/officeDocument/2006/relationships/image"/><Relationship Id="rId208" Target="../media/image207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svg" Type="http://schemas.openxmlformats.org/officeDocument/2006/relationships/image"/><Relationship Id="rId24" Target="../media/image23.svg" Type="http://schemas.openxmlformats.org/officeDocument/2006/relationships/image"/><Relationship Id="rId25" Target="../media/image24.svg" Type="http://schemas.openxmlformats.org/officeDocument/2006/relationships/image"/><Relationship Id="rId26" Target="../media/image25.svg" Type="http://schemas.openxmlformats.org/officeDocument/2006/relationships/image"/><Relationship Id="rId27" Target="../media/image26.svg" Type="http://schemas.openxmlformats.org/officeDocument/2006/relationships/image"/><Relationship Id="rId28" Target="../media/image27.sv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svg" Type="http://schemas.openxmlformats.org/officeDocument/2006/relationships/image"/><Relationship Id="rId31" Target="../media/image30.svg" Type="http://schemas.openxmlformats.org/officeDocument/2006/relationships/image"/><Relationship Id="rId32" Target="../media/image31.svg" Type="http://schemas.openxmlformats.org/officeDocument/2006/relationships/image"/><Relationship Id="rId33" Target="../media/image32.svg" Type="http://schemas.openxmlformats.org/officeDocument/2006/relationships/image"/><Relationship Id="rId34" Target="../media/image33.svg" Type="http://schemas.openxmlformats.org/officeDocument/2006/relationships/image"/><Relationship Id="rId35" Target="../media/image34.png" Type="http://schemas.openxmlformats.org/officeDocument/2006/relationships/image"/><Relationship Id="rId36" Target="../media/image35.svg" Type="http://schemas.openxmlformats.org/officeDocument/2006/relationships/image"/><Relationship Id="rId37" Target="../media/image36.svg" Type="http://schemas.openxmlformats.org/officeDocument/2006/relationships/image"/><Relationship Id="rId38" Target="../media/image37.svg" Type="http://schemas.openxmlformats.org/officeDocument/2006/relationships/image"/><Relationship Id="rId39" Target="../media/image38.svg" Type="http://schemas.openxmlformats.org/officeDocument/2006/relationships/image"/><Relationship Id="rId4" Target="../media/image3.png" Type="http://schemas.openxmlformats.org/officeDocument/2006/relationships/image"/><Relationship Id="rId40" Target="../media/image39.svg" Type="http://schemas.openxmlformats.org/officeDocument/2006/relationships/image"/><Relationship Id="rId41" Target="../media/image40.svg" Type="http://schemas.openxmlformats.org/officeDocument/2006/relationships/image"/><Relationship Id="rId42" Target="../media/image41.svg" Type="http://schemas.openxmlformats.org/officeDocument/2006/relationships/image"/><Relationship Id="rId43" Target="../media/image42.svg" Type="http://schemas.openxmlformats.org/officeDocument/2006/relationships/image"/><Relationship Id="rId44" Target="../media/image43.svg" Type="http://schemas.openxmlformats.org/officeDocument/2006/relationships/image"/><Relationship Id="rId45" Target="../media/image44.svg" Type="http://schemas.openxmlformats.org/officeDocument/2006/relationships/image"/><Relationship Id="rId46" Target="../media/image45.svg" Type="http://schemas.openxmlformats.org/officeDocument/2006/relationships/image"/><Relationship Id="rId47" Target="../media/image46.svg" Type="http://schemas.openxmlformats.org/officeDocument/2006/relationships/image"/><Relationship Id="rId48" Target="../media/image47.png" Type="http://schemas.openxmlformats.org/officeDocument/2006/relationships/image"/><Relationship Id="rId49" Target="../media/image48.svg" Type="http://schemas.openxmlformats.org/officeDocument/2006/relationships/image"/><Relationship Id="rId5" Target="../media/image4.svg" Type="http://schemas.openxmlformats.org/officeDocument/2006/relationships/image"/><Relationship Id="rId50" Target="../media/image49.png" Type="http://schemas.openxmlformats.org/officeDocument/2006/relationships/image"/><Relationship Id="rId51" Target="../media/image50.svg" Type="http://schemas.openxmlformats.org/officeDocument/2006/relationships/image"/><Relationship Id="rId52" Target="../media/image51.png" Type="http://schemas.openxmlformats.org/officeDocument/2006/relationships/image"/><Relationship Id="rId53" Target="../media/image52.svg" Type="http://schemas.openxmlformats.org/officeDocument/2006/relationships/image"/><Relationship Id="rId54" Target="../media/image53.png" Type="http://schemas.openxmlformats.org/officeDocument/2006/relationships/image"/><Relationship Id="rId55" Target="../media/image54.svg" Type="http://schemas.openxmlformats.org/officeDocument/2006/relationships/image"/><Relationship Id="rId56" Target="../media/image55.png" Type="http://schemas.openxmlformats.org/officeDocument/2006/relationships/image"/><Relationship Id="rId57" Target="../media/image56.svg" Type="http://schemas.openxmlformats.org/officeDocument/2006/relationships/image"/><Relationship Id="rId58" Target="../media/image57.svg" Type="http://schemas.openxmlformats.org/officeDocument/2006/relationships/image"/><Relationship Id="rId59" Target="../media/image58.svg" Type="http://schemas.openxmlformats.org/officeDocument/2006/relationships/image"/><Relationship Id="rId6" Target="../media/image5.svg" Type="http://schemas.openxmlformats.org/officeDocument/2006/relationships/image"/><Relationship Id="rId60" Target="../media/image59.png" Type="http://schemas.openxmlformats.org/officeDocument/2006/relationships/image"/><Relationship Id="rId61" Target="../media/image60.svg" Type="http://schemas.openxmlformats.org/officeDocument/2006/relationships/image"/><Relationship Id="rId62" Target="../media/image61.png" Type="http://schemas.openxmlformats.org/officeDocument/2006/relationships/image"/><Relationship Id="rId63" Target="../media/image62.svg" Type="http://schemas.openxmlformats.org/officeDocument/2006/relationships/image"/><Relationship Id="rId64" Target="../media/image63.png" Type="http://schemas.openxmlformats.org/officeDocument/2006/relationships/image"/><Relationship Id="rId65" Target="../media/image64.svg" Type="http://schemas.openxmlformats.org/officeDocument/2006/relationships/image"/><Relationship Id="rId66" Target="../media/image65.png" Type="http://schemas.openxmlformats.org/officeDocument/2006/relationships/image"/><Relationship Id="rId67" Target="../media/image66.svg" Type="http://schemas.openxmlformats.org/officeDocument/2006/relationships/image"/><Relationship Id="rId68" Target="../media/image67.svg" Type="http://schemas.openxmlformats.org/officeDocument/2006/relationships/image"/><Relationship Id="rId69" Target="../media/image68.png" Type="http://schemas.openxmlformats.org/officeDocument/2006/relationships/image"/><Relationship Id="rId7" Target="../media/image6.svg" Type="http://schemas.openxmlformats.org/officeDocument/2006/relationships/image"/><Relationship Id="rId70" Target="../media/image69.svg" Type="http://schemas.openxmlformats.org/officeDocument/2006/relationships/image"/><Relationship Id="rId71" Target="../media/image70.png" Type="http://schemas.openxmlformats.org/officeDocument/2006/relationships/image"/><Relationship Id="rId72" Target="../media/image71.svg" Type="http://schemas.openxmlformats.org/officeDocument/2006/relationships/image"/><Relationship Id="rId73" Target="../media/image72.png" Type="http://schemas.openxmlformats.org/officeDocument/2006/relationships/image"/><Relationship Id="rId74" Target="../media/image73.svg" Type="http://schemas.openxmlformats.org/officeDocument/2006/relationships/image"/><Relationship Id="rId75" Target="../media/image74.png" Type="http://schemas.openxmlformats.org/officeDocument/2006/relationships/image"/><Relationship Id="rId76" Target="../media/image75.svg" Type="http://schemas.openxmlformats.org/officeDocument/2006/relationships/image"/><Relationship Id="rId77" Target="../media/image76.png" Type="http://schemas.openxmlformats.org/officeDocument/2006/relationships/image"/><Relationship Id="rId78" Target="../media/image77.svg" Type="http://schemas.openxmlformats.org/officeDocument/2006/relationships/image"/><Relationship Id="rId79" Target="../media/image78.png" Type="http://schemas.openxmlformats.org/officeDocument/2006/relationships/image"/><Relationship Id="rId8" Target="../media/image7.png" Type="http://schemas.openxmlformats.org/officeDocument/2006/relationships/image"/><Relationship Id="rId80" Target="../media/image79.svg" Type="http://schemas.openxmlformats.org/officeDocument/2006/relationships/image"/><Relationship Id="rId81" Target="../media/image80.png" Type="http://schemas.openxmlformats.org/officeDocument/2006/relationships/image"/><Relationship Id="rId82" Target="../media/image81.svg" Type="http://schemas.openxmlformats.org/officeDocument/2006/relationships/image"/><Relationship Id="rId83" Target="../media/image82.png" Type="http://schemas.openxmlformats.org/officeDocument/2006/relationships/image"/><Relationship Id="rId84" Target="../media/image83.svg" Type="http://schemas.openxmlformats.org/officeDocument/2006/relationships/image"/><Relationship Id="rId85" Target="../media/image84.png" Type="http://schemas.openxmlformats.org/officeDocument/2006/relationships/image"/><Relationship Id="rId86" Target="../media/image85.svg" Type="http://schemas.openxmlformats.org/officeDocument/2006/relationships/image"/><Relationship Id="rId87" Target="../media/image86.png" Type="http://schemas.openxmlformats.org/officeDocument/2006/relationships/image"/><Relationship Id="rId88" Target="../media/image87.svg" Type="http://schemas.openxmlformats.org/officeDocument/2006/relationships/image"/><Relationship Id="rId89" Target="../media/image88.png" Type="http://schemas.openxmlformats.org/officeDocument/2006/relationships/image"/><Relationship Id="rId9" Target="../media/image8.svg" Type="http://schemas.openxmlformats.org/officeDocument/2006/relationships/image"/><Relationship Id="rId90" Target="../media/image89.svg" Type="http://schemas.openxmlformats.org/officeDocument/2006/relationships/image"/><Relationship Id="rId91" Target="../media/image90.png" Type="http://schemas.openxmlformats.org/officeDocument/2006/relationships/image"/><Relationship Id="rId92" Target="../media/image91.svg" Type="http://schemas.openxmlformats.org/officeDocument/2006/relationships/image"/><Relationship Id="rId93" Target="../media/image92.png" Type="http://schemas.openxmlformats.org/officeDocument/2006/relationships/image"/><Relationship Id="rId94" Target="../media/image93.svg" Type="http://schemas.openxmlformats.org/officeDocument/2006/relationships/image"/><Relationship Id="rId95" Target="../media/image94.png" Type="http://schemas.openxmlformats.org/officeDocument/2006/relationships/image"/><Relationship Id="rId96" Target="../media/image95.svg" Type="http://schemas.openxmlformats.org/officeDocument/2006/relationships/image"/><Relationship Id="rId97" Target="../media/image96.png" Type="http://schemas.openxmlformats.org/officeDocument/2006/relationships/image"/><Relationship Id="rId98" Target="../media/image97.svg" Type="http://schemas.openxmlformats.org/officeDocument/2006/relationships/image"/><Relationship Id="rId99" Target="../media/image9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351.png" Type="http://schemas.openxmlformats.org/officeDocument/2006/relationships/image"/><Relationship Id="rId146" Target="../media/image352.png" Type="http://schemas.openxmlformats.org/officeDocument/2006/relationships/image"/><Relationship Id="rId147" Target="../media/image353.svg" Type="http://schemas.openxmlformats.org/officeDocument/2006/relationships/image"/><Relationship Id="rId148" Target="../media/image354.png" Type="http://schemas.openxmlformats.org/officeDocument/2006/relationships/image"/><Relationship Id="rId149" Target="../media/image355.svg" Type="http://schemas.openxmlformats.org/officeDocument/2006/relationships/image"/><Relationship Id="rId15" Target="../media/image221.svg" Type="http://schemas.openxmlformats.org/officeDocument/2006/relationships/image"/><Relationship Id="rId150" Target="../media/image356.png" Type="http://schemas.openxmlformats.org/officeDocument/2006/relationships/image"/><Relationship Id="rId151" Target="../media/image357.svg" Type="http://schemas.openxmlformats.org/officeDocument/2006/relationships/image"/><Relationship Id="rId152" Target="../media/image358.png" Type="http://schemas.openxmlformats.org/officeDocument/2006/relationships/image"/><Relationship Id="rId153" Target="../media/image359.svg" Type="http://schemas.openxmlformats.org/officeDocument/2006/relationships/image"/><Relationship Id="rId154" Target="../media/image360.png" Type="http://schemas.openxmlformats.org/officeDocument/2006/relationships/image"/><Relationship Id="rId155" Target="../media/image361.svg" Type="http://schemas.openxmlformats.org/officeDocument/2006/relationships/image"/><Relationship Id="rId156" Target="../media/image362.png" Type="http://schemas.openxmlformats.org/officeDocument/2006/relationships/image"/><Relationship Id="rId157" Target="../media/image363.svg" Type="http://schemas.openxmlformats.org/officeDocument/2006/relationships/image"/><Relationship Id="rId158" Target="../media/image364.png" Type="http://schemas.openxmlformats.org/officeDocument/2006/relationships/image"/><Relationship Id="rId159" Target="../media/image365.svg" Type="http://schemas.openxmlformats.org/officeDocument/2006/relationships/image"/><Relationship Id="rId16" Target="../media/image222.png" Type="http://schemas.openxmlformats.org/officeDocument/2006/relationships/image"/><Relationship Id="rId160" Target="../media/image366.png" Type="http://schemas.openxmlformats.org/officeDocument/2006/relationships/image"/><Relationship Id="rId161" Target="../media/image367.svg" Type="http://schemas.openxmlformats.org/officeDocument/2006/relationships/image"/><Relationship Id="rId17" Target="../media/image223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368.png" Type="http://schemas.openxmlformats.org/officeDocument/2006/relationships/image"/><Relationship Id="rId146" Target="../media/image352.png" Type="http://schemas.openxmlformats.org/officeDocument/2006/relationships/image"/><Relationship Id="rId147" Target="../media/image369.svg" Type="http://schemas.openxmlformats.org/officeDocument/2006/relationships/image"/><Relationship Id="rId148" Target="../media/image370.png" Type="http://schemas.openxmlformats.org/officeDocument/2006/relationships/image"/><Relationship Id="rId149" Target="../media/image371.svg" Type="http://schemas.openxmlformats.org/officeDocument/2006/relationships/image"/><Relationship Id="rId15" Target="../media/image221.svg" Type="http://schemas.openxmlformats.org/officeDocument/2006/relationships/image"/><Relationship Id="rId150" Target="../media/image372.png" Type="http://schemas.openxmlformats.org/officeDocument/2006/relationships/image"/><Relationship Id="rId151" Target="../media/image373.svg" Type="http://schemas.openxmlformats.org/officeDocument/2006/relationships/image"/><Relationship Id="rId152" Target="../media/image374.png" Type="http://schemas.openxmlformats.org/officeDocument/2006/relationships/image"/><Relationship Id="rId153" Target="../media/image375.svg" Type="http://schemas.openxmlformats.org/officeDocument/2006/relationships/image"/><Relationship Id="rId16" Target="../media/image222.png" Type="http://schemas.openxmlformats.org/officeDocument/2006/relationships/image"/><Relationship Id="rId17" Target="../media/image223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376.png" Type="http://schemas.openxmlformats.org/officeDocument/2006/relationships/image"/><Relationship Id="rId146" Target="../media/image377.png" Type="http://schemas.openxmlformats.org/officeDocument/2006/relationships/image"/><Relationship Id="rId147" Target="../media/image378.svg" Type="http://schemas.openxmlformats.org/officeDocument/2006/relationships/image"/><Relationship Id="rId148" Target="../media/image379.png" Type="http://schemas.openxmlformats.org/officeDocument/2006/relationships/image"/><Relationship Id="rId149" Target="../media/image380.svg" Type="http://schemas.openxmlformats.org/officeDocument/2006/relationships/image"/><Relationship Id="rId15" Target="../media/image221.svg" Type="http://schemas.openxmlformats.org/officeDocument/2006/relationships/image"/><Relationship Id="rId150" Target="../media/image381.png" Type="http://schemas.openxmlformats.org/officeDocument/2006/relationships/image"/><Relationship Id="rId151" Target="../media/image382.svg" Type="http://schemas.openxmlformats.org/officeDocument/2006/relationships/image"/><Relationship Id="rId152" Target="../media/image383.png" Type="http://schemas.openxmlformats.org/officeDocument/2006/relationships/image"/><Relationship Id="rId153" Target="../media/image384.svg" Type="http://schemas.openxmlformats.org/officeDocument/2006/relationships/image"/><Relationship Id="rId154" Target="../media/image385.png" Type="http://schemas.openxmlformats.org/officeDocument/2006/relationships/image"/><Relationship Id="rId155" Target="../media/image386.svg" Type="http://schemas.openxmlformats.org/officeDocument/2006/relationships/image"/><Relationship Id="rId156" Target="../media/image387.png" Type="http://schemas.openxmlformats.org/officeDocument/2006/relationships/image"/><Relationship Id="rId157" Target="../media/image388.svg" Type="http://schemas.openxmlformats.org/officeDocument/2006/relationships/image"/><Relationship Id="rId158" Target="../media/image389.svg" Type="http://schemas.openxmlformats.org/officeDocument/2006/relationships/image"/><Relationship Id="rId159" Target="../media/image390.png" Type="http://schemas.openxmlformats.org/officeDocument/2006/relationships/image"/><Relationship Id="rId16" Target="../media/image222.png" Type="http://schemas.openxmlformats.org/officeDocument/2006/relationships/image"/><Relationship Id="rId160" Target="../media/image391.svg" Type="http://schemas.openxmlformats.org/officeDocument/2006/relationships/image"/><Relationship Id="rId161" Target="../media/image392.png" Type="http://schemas.openxmlformats.org/officeDocument/2006/relationships/image"/><Relationship Id="rId162" Target="../media/image393.svg" Type="http://schemas.openxmlformats.org/officeDocument/2006/relationships/image"/><Relationship Id="rId163" Target="../media/image394.png" Type="http://schemas.openxmlformats.org/officeDocument/2006/relationships/image"/><Relationship Id="rId164" Target="../media/image395.svg" Type="http://schemas.openxmlformats.org/officeDocument/2006/relationships/image"/><Relationship Id="rId165" Target="../media/image396.png" Type="http://schemas.openxmlformats.org/officeDocument/2006/relationships/image"/><Relationship Id="rId166" Target="../media/image397.svg" Type="http://schemas.openxmlformats.org/officeDocument/2006/relationships/image"/><Relationship Id="rId167" Target="../media/image398.png" Type="http://schemas.openxmlformats.org/officeDocument/2006/relationships/image"/><Relationship Id="rId168" Target="../media/image399.svg" Type="http://schemas.openxmlformats.org/officeDocument/2006/relationships/image"/><Relationship Id="rId169" Target="../media/image400.png" Type="http://schemas.openxmlformats.org/officeDocument/2006/relationships/image"/><Relationship Id="rId17" Target="../media/image223.svg" Type="http://schemas.openxmlformats.org/officeDocument/2006/relationships/image"/><Relationship Id="rId170" Target="../media/image401.svg" Type="http://schemas.openxmlformats.org/officeDocument/2006/relationships/image"/><Relationship Id="rId171" Target="../media/image402.png" Type="http://schemas.openxmlformats.org/officeDocument/2006/relationships/image"/><Relationship Id="rId172" Target="../media/image403.svg" Type="http://schemas.openxmlformats.org/officeDocument/2006/relationships/image"/><Relationship Id="rId173" Target="../media/image404.png" Type="http://schemas.openxmlformats.org/officeDocument/2006/relationships/image"/><Relationship Id="rId174" Target="../media/image405.svg" Type="http://schemas.openxmlformats.org/officeDocument/2006/relationships/image"/><Relationship Id="rId175" Target="../media/image406.png" Type="http://schemas.openxmlformats.org/officeDocument/2006/relationships/image"/><Relationship Id="rId176" Target="../media/image407.svg" Type="http://schemas.openxmlformats.org/officeDocument/2006/relationships/image"/><Relationship Id="rId177" Target="../media/image408.png" Type="http://schemas.openxmlformats.org/officeDocument/2006/relationships/image"/><Relationship Id="rId178" Target="../media/image409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410.png" Type="http://schemas.openxmlformats.org/officeDocument/2006/relationships/image"/><Relationship Id="rId146" Target="../media/image377.png" Type="http://schemas.openxmlformats.org/officeDocument/2006/relationships/image"/><Relationship Id="rId147" Target="../media/image411.svg" Type="http://schemas.openxmlformats.org/officeDocument/2006/relationships/image"/><Relationship Id="rId148" Target="../media/image412.png" Type="http://schemas.openxmlformats.org/officeDocument/2006/relationships/image"/><Relationship Id="rId15" Target="../media/image221.svg" Type="http://schemas.openxmlformats.org/officeDocument/2006/relationships/image"/><Relationship Id="rId16" Target="../media/image222.png" Type="http://schemas.openxmlformats.org/officeDocument/2006/relationships/image"/><Relationship Id="rId17" Target="../media/image223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413.png" Type="http://schemas.openxmlformats.org/officeDocument/2006/relationships/image"/><Relationship Id="rId146" Target="../media/image352.png" Type="http://schemas.openxmlformats.org/officeDocument/2006/relationships/image"/><Relationship Id="rId147" Target="../media/image414.svg" Type="http://schemas.openxmlformats.org/officeDocument/2006/relationships/image"/><Relationship Id="rId148" Target="../media/image415.png" Type="http://schemas.openxmlformats.org/officeDocument/2006/relationships/image"/><Relationship Id="rId149" Target="../media/image416.svg" Type="http://schemas.openxmlformats.org/officeDocument/2006/relationships/image"/><Relationship Id="rId15" Target="../media/image221.svg" Type="http://schemas.openxmlformats.org/officeDocument/2006/relationships/image"/><Relationship Id="rId150" Target="../media/image417.png" Type="http://schemas.openxmlformats.org/officeDocument/2006/relationships/image"/><Relationship Id="rId151" Target="../media/image418.svg" Type="http://schemas.openxmlformats.org/officeDocument/2006/relationships/image"/><Relationship Id="rId16" Target="../media/image222.png" Type="http://schemas.openxmlformats.org/officeDocument/2006/relationships/image"/><Relationship Id="rId17" Target="../media/image223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svg" Type="http://schemas.openxmlformats.org/officeDocument/2006/relationships/image"/><Relationship Id="rId100" Target="../media/image306.png" Type="http://schemas.openxmlformats.org/officeDocument/2006/relationships/image"/><Relationship Id="rId101" Target="../media/image307.svg" Type="http://schemas.openxmlformats.org/officeDocument/2006/relationships/image"/><Relationship Id="rId102" Target="../media/image308.png" Type="http://schemas.openxmlformats.org/officeDocument/2006/relationships/image"/><Relationship Id="rId103" Target="../media/image309.svg" Type="http://schemas.openxmlformats.org/officeDocument/2006/relationships/image"/><Relationship Id="rId104" Target="../media/image310.png" Type="http://schemas.openxmlformats.org/officeDocument/2006/relationships/image"/><Relationship Id="rId105" Target="../media/image311.svg" Type="http://schemas.openxmlformats.org/officeDocument/2006/relationships/image"/><Relationship Id="rId106" Target="../media/image312.png" Type="http://schemas.openxmlformats.org/officeDocument/2006/relationships/image"/><Relationship Id="rId107" Target="../media/image313.svg" Type="http://schemas.openxmlformats.org/officeDocument/2006/relationships/image"/><Relationship Id="rId108" Target="../media/image314.png" Type="http://schemas.openxmlformats.org/officeDocument/2006/relationships/image"/><Relationship Id="rId109" Target="../media/image315.svg" Type="http://schemas.openxmlformats.org/officeDocument/2006/relationships/image"/><Relationship Id="rId11" Target="../media/image217.png" Type="http://schemas.openxmlformats.org/officeDocument/2006/relationships/image"/><Relationship Id="rId110" Target="../media/image316.png" Type="http://schemas.openxmlformats.org/officeDocument/2006/relationships/image"/><Relationship Id="rId111" Target="../media/image317.svg" Type="http://schemas.openxmlformats.org/officeDocument/2006/relationships/image"/><Relationship Id="rId112" Target="../media/image318.png" Type="http://schemas.openxmlformats.org/officeDocument/2006/relationships/image"/><Relationship Id="rId113" Target="../media/image319.svg" Type="http://schemas.openxmlformats.org/officeDocument/2006/relationships/image"/><Relationship Id="rId114" Target="../media/image320.png" Type="http://schemas.openxmlformats.org/officeDocument/2006/relationships/image"/><Relationship Id="rId115" Target="../media/image321.svg" Type="http://schemas.openxmlformats.org/officeDocument/2006/relationships/image"/><Relationship Id="rId116" Target="../media/image322.png" Type="http://schemas.openxmlformats.org/officeDocument/2006/relationships/image"/><Relationship Id="rId117" Target="../media/image323.svg" Type="http://schemas.openxmlformats.org/officeDocument/2006/relationships/image"/><Relationship Id="rId118" Target="../media/image324.png" Type="http://schemas.openxmlformats.org/officeDocument/2006/relationships/image"/><Relationship Id="rId119" Target="../media/image325.svg" Type="http://schemas.openxmlformats.org/officeDocument/2006/relationships/image"/><Relationship Id="rId12" Target="../media/image218.svg" Type="http://schemas.openxmlformats.org/officeDocument/2006/relationships/image"/><Relationship Id="rId120" Target="../media/image326.png" Type="http://schemas.openxmlformats.org/officeDocument/2006/relationships/image"/><Relationship Id="rId121" Target="../media/image327.svg" Type="http://schemas.openxmlformats.org/officeDocument/2006/relationships/image"/><Relationship Id="rId122" Target="../media/image328.png" Type="http://schemas.openxmlformats.org/officeDocument/2006/relationships/image"/><Relationship Id="rId123" Target="../media/image329.svg" Type="http://schemas.openxmlformats.org/officeDocument/2006/relationships/image"/><Relationship Id="rId124" Target="../media/image330.svg" Type="http://schemas.openxmlformats.org/officeDocument/2006/relationships/image"/><Relationship Id="rId125" Target="../media/image331.png" Type="http://schemas.openxmlformats.org/officeDocument/2006/relationships/image"/><Relationship Id="rId126" Target="../media/image332.svg" Type="http://schemas.openxmlformats.org/officeDocument/2006/relationships/image"/><Relationship Id="rId127" Target="../media/image333.png" Type="http://schemas.openxmlformats.org/officeDocument/2006/relationships/image"/><Relationship Id="rId128" Target="../media/image334.svg" Type="http://schemas.openxmlformats.org/officeDocument/2006/relationships/image"/><Relationship Id="rId129" Target="../media/image335.svg" Type="http://schemas.openxmlformats.org/officeDocument/2006/relationships/image"/><Relationship Id="rId13" Target="../media/image219.svg" Type="http://schemas.openxmlformats.org/officeDocument/2006/relationships/image"/><Relationship Id="rId130" Target="../media/image336.png" Type="http://schemas.openxmlformats.org/officeDocument/2006/relationships/image"/><Relationship Id="rId131" Target="../media/image337.svg" Type="http://schemas.openxmlformats.org/officeDocument/2006/relationships/image"/><Relationship Id="rId132" Target="../media/image338.png" Type="http://schemas.openxmlformats.org/officeDocument/2006/relationships/image"/><Relationship Id="rId133" Target="../media/image339.svg" Type="http://schemas.openxmlformats.org/officeDocument/2006/relationships/image"/><Relationship Id="rId134" Target="../media/image340.svg" Type="http://schemas.openxmlformats.org/officeDocument/2006/relationships/image"/><Relationship Id="rId135" Target="../media/image341.png" Type="http://schemas.openxmlformats.org/officeDocument/2006/relationships/image"/><Relationship Id="rId136" Target="../media/image342.svg" Type="http://schemas.openxmlformats.org/officeDocument/2006/relationships/image"/><Relationship Id="rId137" Target="../media/image343.png" Type="http://schemas.openxmlformats.org/officeDocument/2006/relationships/image"/><Relationship Id="rId138" Target="../media/image344.svg" Type="http://schemas.openxmlformats.org/officeDocument/2006/relationships/image"/><Relationship Id="rId139" Target="../media/image345.png" Type="http://schemas.openxmlformats.org/officeDocument/2006/relationships/image"/><Relationship Id="rId14" Target="../media/image220.png" Type="http://schemas.openxmlformats.org/officeDocument/2006/relationships/image"/><Relationship Id="rId140" Target="../media/image346.svg" Type="http://schemas.openxmlformats.org/officeDocument/2006/relationships/image"/><Relationship Id="rId141" Target="../media/image347.png" Type="http://schemas.openxmlformats.org/officeDocument/2006/relationships/image"/><Relationship Id="rId142" Target="../media/image348.svg" Type="http://schemas.openxmlformats.org/officeDocument/2006/relationships/image"/><Relationship Id="rId143" Target="../media/image349.png" Type="http://schemas.openxmlformats.org/officeDocument/2006/relationships/image"/><Relationship Id="rId144" Target="../media/image350.svg" Type="http://schemas.openxmlformats.org/officeDocument/2006/relationships/image"/><Relationship Id="rId145" Target="../media/image419.png" Type="http://schemas.openxmlformats.org/officeDocument/2006/relationships/image"/><Relationship Id="rId146" Target="../media/image352.png" Type="http://schemas.openxmlformats.org/officeDocument/2006/relationships/image"/><Relationship Id="rId147" Target="../media/image414.svg" Type="http://schemas.openxmlformats.org/officeDocument/2006/relationships/image"/><Relationship Id="rId148" Target="../media/image420.png" Type="http://schemas.openxmlformats.org/officeDocument/2006/relationships/image"/><Relationship Id="rId149" Target="../media/image421.svg" Type="http://schemas.openxmlformats.org/officeDocument/2006/relationships/image"/><Relationship Id="rId15" Target="../media/image221.svg" Type="http://schemas.openxmlformats.org/officeDocument/2006/relationships/image"/><Relationship Id="rId150" Target="../media/image422.png" Type="http://schemas.openxmlformats.org/officeDocument/2006/relationships/image"/><Relationship Id="rId151" Target="../media/image423.svg" Type="http://schemas.openxmlformats.org/officeDocument/2006/relationships/image"/><Relationship Id="rId16" Target="../media/image222.png" Type="http://schemas.openxmlformats.org/officeDocument/2006/relationships/image"/><Relationship Id="rId17" Target="../media/image223.svg" Type="http://schemas.openxmlformats.org/officeDocument/2006/relationships/image"/><Relationship Id="rId18" Target="../media/image224.svg" Type="http://schemas.openxmlformats.org/officeDocument/2006/relationships/image"/><Relationship Id="rId19" Target="../media/image225.svg" Type="http://schemas.openxmlformats.org/officeDocument/2006/relationships/image"/><Relationship Id="rId2" Target="../media/image208.png" Type="http://schemas.openxmlformats.org/officeDocument/2006/relationships/image"/><Relationship Id="rId20" Target="../media/image226.png" Type="http://schemas.openxmlformats.org/officeDocument/2006/relationships/image"/><Relationship Id="rId21" Target="../media/image227.svg" Type="http://schemas.openxmlformats.org/officeDocument/2006/relationships/image"/><Relationship Id="rId22" Target="../media/image228.png" Type="http://schemas.openxmlformats.org/officeDocument/2006/relationships/image"/><Relationship Id="rId23" Target="../media/image229.svg" Type="http://schemas.openxmlformats.org/officeDocument/2006/relationships/image"/><Relationship Id="rId24" Target="../media/image230.png" Type="http://schemas.openxmlformats.org/officeDocument/2006/relationships/image"/><Relationship Id="rId25" Target="../media/image231.svg" Type="http://schemas.openxmlformats.org/officeDocument/2006/relationships/image"/><Relationship Id="rId26" Target="../media/image232.png" Type="http://schemas.openxmlformats.org/officeDocument/2006/relationships/image"/><Relationship Id="rId27" Target="../media/image233.svg" Type="http://schemas.openxmlformats.org/officeDocument/2006/relationships/image"/><Relationship Id="rId28" Target="../media/image234.png" Type="http://schemas.openxmlformats.org/officeDocument/2006/relationships/image"/><Relationship Id="rId29" Target="../media/image235.svg" Type="http://schemas.openxmlformats.org/officeDocument/2006/relationships/image"/><Relationship Id="rId3" Target="../media/image209.svg" Type="http://schemas.openxmlformats.org/officeDocument/2006/relationships/image"/><Relationship Id="rId30" Target="../media/image236.svg" Type="http://schemas.openxmlformats.org/officeDocument/2006/relationships/image"/><Relationship Id="rId31" Target="../media/image237.png" Type="http://schemas.openxmlformats.org/officeDocument/2006/relationships/image"/><Relationship Id="rId32" Target="../media/image238.svg" Type="http://schemas.openxmlformats.org/officeDocument/2006/relationships/image"/><Relationship Id="rId33" Target="../media/image239.svg" Type="http://schemas.openxmlformats.org/officeDocument/2006/relationships/image"/><Relationship Id="rId34" Target="../media/image240.png" Type="http://schemas.openxmlformats.org/officeDocument/2006/relationships/image"/><Relationship Id="rId35" Target="../media/image241.svg" Type="http://schemas.openxmlformats.org/officeDocument/2006/relationships/image"/><Relationship Id="rId36" Target="../media/image242.svg" Type="http://schemas.openxmlformats.org/officeDocument/2006/relationships/image"/><Relationship Id="rId37" Target="../media/image243.png" Type="http://schemas.openxmlformats.org/officeDocument/2006/relationships/image"/><Relationship Id="rId38" Target="../media/image244.svg" Type="http://schemas.openxmlformats.org/officeDocument/2006/relationships/image"/><Relationship Id="rId39" Target="../media/image245.png" Type="http://schemas.openxmlformats.org/officeDocument/2006/relationships/image"/><Relationship Id="rId4" Target="../media/image210.png" Type="http://schemas.openxmlformats.org/officeDocument/2006/relationships/image"/><Relationship Id="rId40" Target="../media/image246.svg" Type="http://schemas.openxmlformats.org/officeDocument/2006/relationships/image"/><Relationship Id="rId41" Target="../media/image247.svg" Type="http://schemas.openxmlformats.org/officeDocument/2006/relationships/image"/><Relationship Id="rId42" Target="../media/image248.svg" Type="http://schemas.openxmlformats.org/officeDocument/2006/relationships/image"/><Relationship Id="rId43" Target="../media/image249.png" Type="http://schemas.openxmlformats.org/officeDocument/2006/relationships/image"/><Relationship Id="rId44" Target="../media/image250.svg" Type="http://schemas.openxmlformats.org/officeDocument/2006/relationships/image"/><Relationship Id="rId45" Target="../media/image251.png" Type="http://schemas.openxmlformats.org/officeDocument/2006/relationships/image"/><Relationship Id="rId46" Target="../media/image252.svg" Type="http://schemas.openxmlformats.org/officeDocument/2006/relationships/image"/><Relationship Id="rId47" Target="../media/image253.png" Type="http://schemas.openxmlformats.org/officeDocument/2006/relationships/image"/><Relationship Id="rId48" Target="../media/image254.svg" Type="http://schemas.openxmlformats.org/officeDocument/2006/relationships/image"/><Relationship Id="rId49" Target="../media/image255.png" Type="http://schemas.openxmlformats.org/officeDocument/2006/relationships/image"/><Relationship Id="rId5" Target="../media/image211.svg" Type="http://schemas.openxmlformats.org/officeDocument/2006/relationships/image"/><Relationship Id="rId50" Target="../media/image256.svg" Type="http://schemas.openxmlformats.org/officeDocument/2006/relationships/image"/><Relationship Id="rId51" Target="../media/image257.png" Type="http://schemas.openxmlformats.org/officeDocument/2006/relationships/image"/><Relationship Id="rId52" Target="../media/image258.svg" Type="http://schemas.openxmlformats.org/officeDocument/2006/relationships/image"/><Relationship Id="rId53" Target="../media/image259.png" Type="http://schemas.openxmlformats.org/officeDocument/2006/relationships/image"/><Relationship Id="rId54" Target="../media/image260.svg" Type="http://schemas.openxmlformats.org/officeDocument/2006/relationships/image"/><Relationship Id="rId55" Target="../media/image261.png" Type="http://schemas.openxmlformats.org/officeDocument/2006/relationships/image"/><Relationship Id="rId56" Target="../media/image262.svg" Type="http://schemas.openxmlformats.org/officeDocument/2006/relationships/image"/><Relationship Id="rId57" Target="../media/image263.png" Type="http://schemas.openxmlformats.org/officeDocument/2006/relationships/image"/><Relationship Id="rId58" Target="../media/image264.svg" Type="http://schemas.openxmlformats.org/officeDocument/2006/relationships/image"/><Relationship Id="rId59" Target="../media/image265.svg" Type="http://schemas.openxmlformats.org/officeDocument/2006/relationships/image"/><Relationship Id="rId6" Target="../media/image212.svg" Type="http://schemas.openxmlformats.org/officeDocument/2006/relationships/image"/><Relationship Id="rId60" Target="../media/image266.png" Type="http://schemas.openxmlformats.org/officeDocument/2006/relationships/image"/><Relationship Id="rId61" Target="../media/image267.svg" Type="http://schemas.openxmlformats.org/officeDocument/2006/relationships/image"/><Relationship Id="rId62" Target="../media/image268.png" Type="http://schemas.openxmlformats.org/officeDocument/2006/relationships/image"/><Relationship Id="rId63" Target="../media/image269.svg" Type="http://schemas.openxmlformats.org/officeDocument/2006/relationships/image"/><Relationship Id="rId64" Target="../media/image270.png" Type="http://schemas.openxmlformats.org/officeDocument/2006/relationships/image"/><Relationship Id="rId65" Target="../media/image271.svg" Type="http://schemas.openxmlformats.org/officeDocument/2006/relationships/image"/><Relationship Id="rId66" Target="../media/image272.png" Type="http://schemas.openxmlformats.org/officeDocument/2006/relationships/image"/><Relationship Id="rId67" Target="../media/image273.svg" Type="http://schemas.openxmlformats.org/officeDocument/2006/relationships/image"/><Relationship Id="rId68" Target="../media/image274.png" Type="http://schemas.openxmlformats.org/officeDocument/2006/relationships/image"/><Relationship Id="rId69" Target="../media/image275.svg" Type="http://schemas.openxmlformats.org/officeDocument/2006/relationships/image"/><Relationship Id="rId7" Target="../media/image213.png" Type="http://schemas.openxmlformats.org/officeDocument/2006/relationships/image"/><Relationship Id="rId70" Target="../media/image276.png" Type="http://schemas.openxmlformats.org/officeDocument/2006/relationships/image"/><Relationship Id="rId71" Target="../media/image277.svg" Type="http://schemas.openxmlformats.org/officeDocument/2006/relationships/image"/><Relationship Id="rId72" Target="../media/image278.png" Type="http://schemas.openxmlformats.org/officeDocument/2006/relationships/image"/><Relationship Id="rId73" Target="../media/image279.svg" Type="http://schemas.openxmlformats.org/officeDocument/2006/relationships/image"/><Relationship Id="rId74" Target="../media/image280.png" Type="http://schemas.openxmlformats.org/officeDocument/2006/relationships/image"/><Relationship Id="rId75" Target="../media/image281.svg" Type="http://schemas.openxmlformats.org/officeDocument/2006/relationships/image"/><Relationship Id="rId76" Target="../media/image282.png" Type="http://schemas.openxmlformats.org/officeDocument/2006/relationships/image"/><Relationship Id="rId77" Target="../media/image283.svg" Type="http://schemas.openxmlformats.org/officeDocument/2006/relationships/image"/><Relationship Id="rId78" Target="../media/image284.png" Type="http://schemas.openxmlformats.org/officeDocument/2006/relationships/image"/><Relationship Id="rId79" Target="../media/image285.svg" Type="http://schemas.openxmlformats.org/officeDocument/2006/relationships/image"/><Relationship Id="rId8" Target="../media/image214.svg" Type="http://schemas.openxmlformats.org/officeDocument/2006/relationships/image"/><Relationship Id="rId80" Target="../media/image286.png" Type="http://schemas.openxmlformats.org/officeDocument/2006/relationships/image"/><Relationship Id="rId81" Target="../media/image287.svg" Type="http://schemas.openxmlformats.org/officeDocument/2006/relationships/image"/><Relationship Id="rId82" Target="../media/image288.png" Type="http://schemas.openxmlformats.org/officeDocument/2006/relationships/image"/><Relationship Id="rId83" Target="../media/image289.svg" Type="http://schemas.openxmlformats.org/officeDocument/2006/relationships/image"/><Relationship Id="rId84" Target="../media/image290.png" Type="http://schemas.openxmlformats.org/officeDocument/2006/relationships/image"/><Relationship Id="rId85" Target="../media/image291.svg" Type="http://schemas.openxmlformats.org/officeDocument/2006/relationships/image"/><Relationship Id="rId86" Target="../media/image292.png" Type="http://schemas.openxmlformats.org/officeDocument/2006/relationships/image"/><Relationship Id="rId87" Target="../media/image293.svg" Type="http://schemas.openxmlformats.org/officeDocument/2006/relationships/image"/><Relationship Id="rId88" Target="../media/image294.png" Type="http://schemas.openxmlformats.org/officeDocument/2006/relationships/image"/><Relationship Id="rId89" Target="../media/image295.svg" Type="http://schemas.openxmlformats.org/officeDocument/2006/relationships/image"/><Relationship Id="rId9" Target="../media/image215.png" Type="http://schemas.openxmlformats.org/officeDocument/2006/relationships/image"/><Relationship Id="rId90" Target="../media/image296.png" Type="http://schemas.openxmlformats.org/officeDocument/2006/relationships/image"/><Relationship Id="rId91" Target="../media/image297.svg" Type="http://schemas.openxmlformats.org/officeDocument/2006/relationships/image"/><Relationship Id="rId92" Target="../media/image298.png" Type="http://schemas.openxmlformats.org/officeDocument/2006/relationships/image"/><Relationship Id="rId93" Target="../media/image299.svg" Type="http://schemas.openxmlformats.org/officeDocument/2006/relationships/image"/><Relationship Id="rId94" Target="../media/image300.png" Type="http://schemas.openxmlformats.org/officeDocument/2006/relationships/image"/><Relationship Id="rId95" Target="../media/image301.svg" Type="http://schemas.openxmlformats.org/officeDocument/2006/relationships/image"/><Relationship Id="rId96" Target="../media/image302.png" Type="http://schemas.openxmlformats.org/officeDocument/2006/relationships/image"/><Relationship Id="rId97" Target="../media/image303.svg" Type="http://schemas.openxmlformats.org/officeDocument/2006/relationships/image"/><Relationship Id="rId98" Target="../media/image304.png" Type="http://schemas.openxmlformats.org/officeDocument/2006/relationships/image"/><Relationship Id="rId99" Target="../media/image30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158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986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4026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5046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6620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7659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299052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60653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1693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3095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4135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5727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6767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8311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9713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50753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812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851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444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5845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7409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8449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9488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890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245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349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4552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6145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7546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8567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9607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1171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2572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417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521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6254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7646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1295"/>
            <a:ext cx="9144000" cy="12697"/>
          </a:xfrm>
          <a:custGeom>
            <a:avLst/>
            <a:gdLst/>
            <a:ahLst/>
            <a:cxnLst/>
            <a:rect r="r" b="b" t="t" l="l"/>
            <a:pathLst>
              <a:path h="12697" w="9144000">
                <a:moveTo>
                  <a:pt x="0" y="0"/>
                </a:moveTo>
                <a:lnTo>
                  <a:pt x="9144000" y="0"/>
                </a:lnTo>
                <a:lnTo>
                  <a:pt x="91440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-2467" y="-454748151"/>
            <a:ext cx="1289047" cy="455942700"/>
          </a:xfrm>
          <a:custGeom>
            <a:avLst/>
            <a:gdLst/>
            <a:ahLst/>
            <a:cxnLst/>
            <a:rect r="r" b="b" t="t" l="l"/>
            <a:pathLst>
              <a:path h="455942700" w="1289047">
                <a:moveTo>
                  <a:pt x="0" y="0"/>
                </a:moveTo>
                <a:lnTo>
                  <a:pt x="1289047" y="0"/>
                </a:lnTo>
                <a:lnTo>
                  <a:pt x="1289047" y="455942700"/>
                </a:lnTo>
                <a:lnTo>
                  <a:pt x="0" y="4559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30920" y="781088"/>
            <a:ext cx="152400" cy="241297"/>
          </a:xfrm>
          <a:custGeom>
            <a:avLst/>
            <a:gdLst/>
            <a:ahLst/>
            <a:cxnLst/>
            <a:rect r="r" b="b" t="t" l="l"/>
            <a:pathLst>
              <a:path h="241297" w="152400">
                <a:moveTo>
                  <a:pt x="0" y="0"/>
                </a:moveTo>
                <a:lnTo>
                  <a:pt x="152400" y="0"/>
                </a:lnTo>
                <a:lnTo>
                  <a:pt x="1524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87721" y="78108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41569" y="78108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95256" y="78108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9095" y="78108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572" y="78108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04848" y="206881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39919" y="2102958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-55683" y="2110511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1417368" y="3336836"/>
            <a:ext cx="2000250" cy="69847"/>
          </a:xfrm>
          <a:custGeom>
            <a:avLst/>
            <a:gdLst/>
            <a:ahLst/>
            <a:cxnLst/>
            <a:rect r="r" b="b" t="t" l="l"/>
            <a:pathLst>
              <a:path h="69847" w="2000250">
                <a:moveTo>
                  <a:pt x="0" y="0"/>
                </a:moveTo>
                <a:lnTo>
                  <a:pt x="2000250" y="0"/>
                </a:lnTo>
                <a:lnTo>
                  <a:pt x="2000250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1114244" y="3057477"/>
            <a:ext cx="2000250" cy="69847"/>
          </a:xfrm>
          <a:custGeom>
            <a:avLst/>
            <a:gdLst/>
            <a:ahLst/>
            <a:cxnLst/>
            <a:rect r="r" b="b" t="t" l="l"/>
            <a:pathLst>
              <a:path h="69847" w="2000250">
                <a:moveTo>
                  <a:pt x="0" y="0"/>
                </a:moveTo>
                <a:lnTo>
                  <a:pt x="2000250" y="0"/>
                </a:lnTo>
                <a:lnTo>
                  <a:pt x="2000250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-810482" y="4174693"/>
            <a:ext cx="1746247" cy="171450"/>
          </a:xfrm>
          <a:custGeom>
            <a:avLst/>
            <a:gdLst/>
            <a:ahLst/>
            <a:cxnLst/>
            <a:rect r="r" b="b" t="t" l="l"/>
            <a:pathLst>
              <a:path h="171450" w="1746247">
                <a:moveTo>
                  <a:pt x="0" y="0"/>
                </a:moveTo>
                <a:lnTo>
                  <a:pt x="1746247" y="0"/>
                </a:lnTo>
                <a:lnTo>
                  <a:pt x="1746247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20239" y="412750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54291" y="4162596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4"/>
                </a:lnTo>
                <a:lnTo>
                  <a:pt x="0" y="44454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025079" y="2478234"/>
            <a:ext cx="2000250" cy="69847"/>
          </a:xfrm>
          <a:custGeom>
            <a:avLst/>
            <a:gdLst/>
            <a:ahLst/>
            <a:cxnLst/>
            <a:rect r="r" b="b" t="t" l="l"/>
            <a:pathLst>
              <a:path h="69847" w="2000250">
                <a:moveTo>
                  <a:pt x="0" y="0"/>
                </a:moveTo>
                <a:lnTo>
                  <a:pt x="2000250" y="0"/>
                </a:lnTo>
                <a:lnTo>
                  <a:pt x="2000250" y="69846"/>
                </a:lnTo>
                <a:lnTo>
                  <a:pt x="0" y="69846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555507" y="3857092"/>
            <a:ext cx="590550" cy="1289047"/>
          </a:xfrm>
          <a:custGeom>
            <a:avLst/>
            <a:gdLst/>
            <a:ahLst/>
            <a:cxnLst/>
            <a:rect r="r" b="b" t="t" l="l"/>
            <a:pathLst>
              <a:path h="1289047" w="590550">
                <a:moveTo>
                  <a:pt x="0" y="0"/>
                </a:moveTo>
                <a:lnTo>
                  <a:pt x="590550" y="0"/>
                </a:lnTo>
                <a:lnTo>
                  <a:pt x="590550" y="1289046"/>
                </a:lnTo>
                <a:lnTo>
                  <a:pt x="0" y="1289046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855258" y="-2057"/>
            <a:ext cx="1289047" cy="590550"/>
          </a:xfrm>
          <a:custGeom>
            <a:avLst/>
            <a:gdLst/>
            <a:ahLst/>
            <a:cxnLst/>
            <a:rect r="r" b="b" t="t" l="l"/>
            <a:pathLst>
              <a:path h="590550" w="1289047">
                <a:moveTo>
                  <a:pt x="0" y="0"/>
                </a:moveTo>
                <a:lnTo>
                  <a:pt x="1289047" y="0"/>
                </a:lnTo>
                <a:lnTo>
                  <a:pt x="1289047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894491" y="1034625"/>
            <a:ext cx="1358903" cy="228600"/>
          </a:xfrm>
          <a:custGeom>
            <a:avLst/>
            <a:gdLst/>
            <a:ahLst/>
            <a:cxnLst/>
            <a:rect r="r" b="b" t="t" l="l"/>
            <a:pathLst>
              <a:path h="228600" w="1358903">
                <a:moveTo>
                  <a:pt x="0" y="0"/>
                </a:moveTo>
                <a:lnTo>
                  <a:pt x="1358904" y="0"/>
                </a:lnTo>
                <a:lnTo>
                  <a:pt x="135890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7801270" y="98704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836046" y="1021937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495767" y="1712528"/>
            <a:ext cx="152400" cy="241297"/>
          </a:xfrm>
          <a:custGeom>
            <a:avLst/>
            <a:gdLst/>
            <a:ahLst/>
            <a:cxnLst/>
            <a:rect r="r" b="b" t="t" l="l"/>
            <a:pathLst>
              <a:path h="241297" w="152400">
                <a:moveTo>
                  <a:pt x="0" y="0"/>
                </a:moveTo>
                <a:lnTo>
                  <a:pt x="152400" y="0"/>
                </a:lnTo>
                <a:lnTo>
                  <a:pt x="1524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645309" y="171252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8791823" y="171252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6" y="0"/>
                </a:lnTo>
                <a:lnTo>
                  <a:pt x="146046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8938136" y="171252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9084288" y="1712528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8267376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8359902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8452418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8544944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8637099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8729624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8822141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8914657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9007183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9099699" y="33137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490223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582377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8674903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8767420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859936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8952462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9044978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9137504" y="3230985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7992751" y="4572705"/>
            <a:ext cx="1358903" cy="228600"/>
          </a:xfrm>
          <a:custGeom>
            <a:avLst/>
            <a:gdLst/>
            <a:ahLst/>
            <a:cxnLst/>
            <a:rect r="r" b="b" t="t" l="l"/>
            <a:pathLst>
              <a:path h="228600" w="1358903">
                <a:moveTo>
                  <a:pt x="0" y="0"/>
                </a:moveTo>
                <a:lnTo>
                  <a:pt x="1358904" y="0"/>
                </a:lnTo>
                <a:lnTo>
                  <a:pt x="135890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17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7899949" y="4524585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7934677" y="4560018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4" y="0"/>
                </a:lnTo>
                <a:lnTo>
                  <a:pt x="44454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792129" y="-71295"/>
            <a:ext cx="1358903" cy="228600"/>
          </a:xfrm>
          <a:custGeom>
            <a:avLst/>
            <a:gdLst/>
            <a:ahLst/>
            <a:cxnLst/>
            <a:rect r="r" b="b" t="t" l="l"/>
            <a:pathLst>
              <a:path h="228600" w="1358903">
                <a:moveTo>
                  <a:pt x="0" y="0"/>
                </a:moveTo>
                <a:lnTo>
                  <a:pt x="1358903" y="0"/>
                </a:lnTo>
                <a:lnTo>
                  <a:pt x="135890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3128115" y="9082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3162529" y="125559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6420231" y="-1458049"/>
            <a:ext cx="69847" cy="2000250"/>
          </a:xfrm>
          <a:custGeom>
            <a:avLst/>
            <a:gdLst/>
            <a:ahLst/>
            <a:cxnLst/>
            <a:rect r="r" b="b" t="t" l="l"/>
            <a:pathLst>
              <a:path h="2000250" w="69847">
                <a:moveTo>
                  <a:pt x="0" y="0"/>
                </a:moveTo>
                <a:lnTo>
                  <a:pt x="69847" y="0"/>
                </a:lnTo>
                <a:lnTo>
                  <a:pt x="69847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 r:embed="rId129"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6699599" y="-1155287"/>
            <a:ext cx="69847" cy="2000250"/>
          </a:xfrm>
          <a:custGeom>
            <a:avLst/>
            <a:gdLst/>
            <a:ahLst/>
            <a:cxnLst/>
            <a:rect r="r" b="b" t="t" l="l"/>
            <a:pathLst>
              <a:path h="2000250" w="69847">
                <a:moveTo>
                  <a:pt x="0" y="0"/>
                </a:moveTo>
                <a:lnTo>
                  <a:pt x="69847" y="0"/>
                </a:lnTo>
                <a:lnTo>
                  <a:pt x="69847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 r:embed="rId129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022147" y="4387377"/>
            <a:ext cx="590550" cy="1289047"/>
          </a:xfrm>
          <a:custGeom>
            <a:avLst/>
            <a:gdLst/>
            <a:ahLst/>
            <a:cxnLst/>
            <a:rect r="r" b="b" t="t" l="l"/>
            <a:pathLst>
              <a:path h="1289047" w="590550">
                <a:moveTo>
                  <a:pt x="0" y="0"/>
                </a:moveTo>
                <a:lnTo>
                  <a:pt x="590550" y="0"/>
                </a:lnTo>
                <a:lnTo>
                  <a:pt x="590550" y="1289047"/>
                </a:lnTo>
                <a:lnTo>
                  <a:pt x="0" y="1289047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533496" y="2392451"/>
            <a:ext cx="6076950" cy="1454153"/>
            <a:chOff x="0" y="0"/>
            <a:chExt cx="8102600" cy="193887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02600" cy="1938909"/>
            </a:xfrm>
            <a:custGeom>
              <a:avLst/>
              <a:gdLst/>
              <a:ahLst/>
              <a:cxnLst/>
              <a:rect r="r" b="b" t="t" l="l"/>
              <a:pathLst>
                <a:path h="1938909" w="8102600">
                  <a:moveTo>
                    <a:pt x="0" y="0"/>
                  </a:moveTo>
                  <a:lnTo>
                    <a:pt x="8102600" y="0"/>
                  </a:lnTo>
                  <a:lnTo>
                    <a:pt x="8102600" y="1938909"/>
                  </a:lnTo>
                  <a:lnTo>
                    <a:pt x="0" y="1938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4"/>
              <a:stretch>
                <a:fillRect l="0" t="0" r="0" b="1"/>
              </a:stretch>
            </a:blip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676371" y="2537470"/>
            <a:ext cx="5791200" cy="914400"/>
          </a:xfrm>
          <a:custGeom>
            <a:avLst/>
            <a:gdLst/>
            <a:ahLst/>
            <a:cxnLst/>
            <a:rect r="r" b="b" t="t" l="l"/>
            <a:pathLst>
              <a:path h="914400" w="5791200">
                <a:moveTo>
                  <a:pt x="0" y="0"/>
                </a:moveTo>
                <a:lnTo>
                  <a:pt x="5791200" y="0"/>
                </a:lnTo>
                <a:lnTo>
                  <a:pt x="5791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2861758" y="4337885"/>
            <a:ext cx="152400" cy="241297"/>
          </a:xfrm>
          <a:custGeom>
            <a:avLst/>
            <a:gdLst/>
            <a:ahLst/>
            <a:cxnLst/>
            <a:rect r="r" b="b" t="t" l="l"/>
            <a:pathLst>
              <a:path h="241297" w="152400">
                <a:moveTo>
                  <a:pt x="0" y="0"/>
                </a:moveTo>
                <a:lnTo>
                  <a:pt x="152400" y="0"/>
                </a:lnTo>
                <a:lnTo>
                  <a:pt x="1524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2718568" y="4337885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2572407" y="4337885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2425732" y="4337885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2279580" y="4337885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2133419" y="4337885"/>
            <a:ext cx="146047" cy="241297"/>
          </a:xfrm>
          <a:custGeom>
            <a:avLst/>
            <a:gdLst/>
            <a:ahLst/>
            <a:cxnLst/>
            <a:rect r="r" b="b" t="t" l="l"/>
            <a:pathLst>
              <a:path h="241297" w="146047">
                <a:moveTo>
                  <a:pt x="0" y="0"/>
                </a:moveTo>
                <a:lnTo>
                  <a:pt x="146047" y="0"/>
                </a:lnTo>
                <a:lnTo>
                  <a:pt x="1460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4558998" y="4206659"/>
            <a:ext cx="171450" cy="1746247"/>
          </a:xfrm>
          <a:custGeom>
            <a:avLst/>
            <a:gdLst/>
            <a:ahLst/>
            <a:cxnLst/>
            <a:rect r="r" b="b" t="t" l="l"/>
            <a:pathLst>
              <a:path h="1746247" w="171450">
                <a:moveTo>
                  <a:pt x="0" y="0"/>
                </a:moveTo>
                <a:lnTo>
                  <a:pt x="171450" y="0"/>
                </a:lnTo>
                <a:lnTo>
                  <a:pt x="171450" y="1746247"/>
                </a:lnTo>
                <a:lnTo>
                  <a:pt x="0" y="1746247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4412266" y="470419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4447337" y="4738611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4511983" y="410806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4546711" y="4142422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4"/>
                </a:lnTo>
                <a:lnTo>
                  <a:pt x="0" y="44454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4458976" y="4795857"/>
            <a:ext cx="196853" cy="1155697"/>
          </a:xfrm>
          <a:custGeom>
            <a:avLst/>
            <a:gdLst/>
            <a:ahLst/>
            <a:cxnLst/>
            <a:rect r="r" b="b" t="t" l="l"/>
            <a:pathLst>
              <a:path h="1155697" w="196853">
                <a:moveTo>
                  <a:pt x="0" y="0"/>
                </a:moveTo>
                <a:lnTo>
                  <a:pt x="196854" y="0"/>
                </a:lnTo>
                <a:lnTo>
                  <a:pt x="196854" y="1155696"/>
                </a:lnTo>
                <a:lnTo>
                  <a:pt x="0" y="1155696"/>
                </a:lnTo>
                <a:lnTo>
                  <a:pt x="0" y="0"/>
                </a:lnTo>
                <a:close/>
              </a:path>
            </a:pathLst>
          </a:custGeom>
          <a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2641244" y="77101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2675963" y="805510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62">
              <a:extLst>
                <a:ext uri="{96DAC541-7B7A-43D3-8B79-37D633B846F1}">
                  <asvg:svgBlip xmlns:asvg="http://schemas.microsoft.com/office/drawing/2016/SVG/main" r:embed="rId1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2183473" y="77083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4">
              <a:extLst>
                <a:ext uri="{96DAC541-7B7A-43D3-8B79-37D633B846F1}">
                  <asvg:svgBlip xmlns:asvg="http://schemas.microsoft.com/office/drawing/2016/SVG/main" r:embed="rId1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2217887" y="805253"/>
            <a:ext cx="44453" cy="44453"/>
          </a:xfrm>
          <a:custGeom>
            <a:avLst/>
            <a:gdLst/>
            <a:ahLst/>
            <a:cxnLst/>
            <a:rect r="r" b="b" t="t" l="l"/>
            <a:pathLst>
              <a:path h="44453" w="44453">
                <a:moveTo>
                  <a:pt x="0" y="0"/>
                </a:moveTo>
                <a:lnTo>
                  <a:pt x="44453" y="0"/>
                </a:lnTo>
                <a:lnTo>
                  <a:pt x="44453" y="44453"/>
                </a:lnTo>
                <a:lnTo>
                  <a:pt x="0" y="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66">
              <a:extLst>
                <a:ext uri="{96DAC541-7B7A-43D3-8B79-37D633B846F1}">
                  <asvg:svgBlip xmlns:asvg="http://schemas.microsoft.com/office/drawing/2016/SVG/main" r:embed="rId1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2280361" y="812711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4505020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4597537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4690062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4782579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4875105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4967621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5060137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5152301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5244817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5337343" y="647624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4727858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4820383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4912900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5005416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5097580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5190096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5282622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5375138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5467664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5560181" y="564461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5447138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5539664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5632180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5724696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5817222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5909739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6002264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6094419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2" id="142"/>
          <p:cNvSpPr/>
          <p:nvPr/>
        </p:nvSpPr>
        <p:spPr>
          <a:xfrm flipH="false" flipV="false" rot="0">
            <a:off x="6186945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6279461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6371977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6464503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6556658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6" y="0"/>
                </a:lnTo>
                <a:lnTo>
                  <a:pt x="50796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6649183" y="4535976"/>
            <a:ext cx="50797" cy="50797"/>
          </a:xfrm>
          <a:custGeom>
            <a:avLst/>
            <a:gdLst/>
            <a:ahLst/>
            <a:cxnLst/>
            <a:rect r="r" b="b" t="t" l="l"/>
            <a:pathLst>
              <a:path h="50797" w="50797">
                <a:moveTo>
                  <a:pt x="0" y="0"/>
                </a:moveTo>
                <a:lnTo>
                  <a:pt x="50797" y="0"/>
                </a:lnTo>
                <a:lnTo>
                  <a:pt x="507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174490" y="796442"/>
            <a:ext cx="6794497" cy="2286000"/>
            <a:chOff x="0" y="0"/>
            <a:chExt cx="9059329" cy="30480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059291" cy="3048000"/>
            </a:xfrm>
            <a:custGeom>
              <a:avLst/>
              <a:gdLst/>
              <a:ahLst/>
              <a:cxnLst/>
              <a:rect r="r" b="b" t="t" l="l"/>
              <a:pathLst>
                <a:path h="3048000" w="9059291">
                  <a:moveTo>
                    <a:pt x="0" y="0"/>
                  </a:moveTo>
                  <a:lnTo>
                    <a:pt x="9059291" y="0"/>
                  </a:lnTo>
                  <a:lnTo>
                    <a:pt x="9059291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6"/>
              <a:stretch>
                <a:fillRect l="0" t="0" r="0" b="0"/>
              </a:stretch>
            </a:blipFill>
          </p:spPr>
        </p:sp>
      </p:grpSp>
      <p:sp>
        <p:nvSpPr>
          <p:cNvPr name="Freeform 150" id="150"/>
          <p:cNvSpPr/>
          <p:nvPr/>
        </p:nvSpPr>
        <p:spPr>
          <a:xfrm flipH="false" flipV="false" rot="0">
            <a:off x="1317365" y="939317"/>
            <a:ext cx="6508747" cy="2000250"/>
          </a:xfrm>
          <a:custGeom>
            <a:avLst/>
            <a:gdLst/>
            <a:ahLst/>
            <a:cxnLst/>
            <a:rect r="r" b="b" t="t" l="l"/>
            <a:pathLst>
              <a:path h="2000250" w="6508747">
                <a:moveTo>
                  <a:pt x="0" y="0"/>
                </a:moveTo>
                <a:lnTo>
                  <a:pt x="6508746" y="0"/>
                </a:lnTo>
                <a:lnTo>
                  <a:pt x="6508746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blipFill>
            <a:blip r:embed="rId207">
              <a:extLs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1" id="151"/>
          <p:cNvSpPr txBox="true"/>
          <p:nvPr/>
        </p:nvSpPr>
        <p:spPr>
          <a:xfrm rot="0">
            <a:off x="2448535" y="2612012"/>
            <a:ext cx="4333904" cy="109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"/>
              </a:lnSpc>
            </a:pPr>
            <a:r>
              <a:rPr lang="en-US" b="true" sz="1964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Team: Obsidian</a:t>
            </a:r>
          </a:p>
          <a:p>
            <a:pPr algn="ctr">
              <a:lnSpc>
                <a:spcPts val="2122"/>
              </a:lnSpc>
            </a:pPr>
            <a:r>
              <a:rPr lang="en-US" b="true" sz="1964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Team Lead: A S S S Koundinya</a:t>
            </a:r>
          </a:p>
          <a:p>
            <a:pPr algn="ctr">
              <a:lnSpc>
                <a:spcPts val="2122"/>
              </a:lnSpc>
            </a:pPr>
            <a:r>
              <a:rPr lang="en-US" b="true" sz="1964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Theme: Productivity Platforms</a:t>
            </a:r>
          </a:p>
          <a:p>
            <a:pPr algn="ctr">
              <a:lnSpc>
                <a:spcPts val="2122"/>
              </a:lnSpc>
            </a:pPr>
            <a:r>
              <a:rPr lang="en-US" b="true" sz="1964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Email: assskoundinya.cs24@rvce.edu.in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3568417" y="1339367"/>
            <a:ext cx="2162518" cy="61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1"/>
              </a:lnSpc>
            </a:pPr>
            <a:r>
              <a:rPr lang="en-US" b="true" sz="3429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InciWatch 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635604" y="1866452"/>
            <a:ext cx="1903667" cy="48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1"/>
              </a:lnSpc>
            </a:pPr>
            <a:r>
              <a:rPr lang="en-US" b="true" sz="2729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The On-Call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3613804" y="1863881"/>
            <a:ext cx="3973087" cy="48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275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Engineer'sSecond Brain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781040" y="189376"/>
            <a:ext cx="4638675" cy="1314450"/>
            <a:chOff x="0" y="0"/>
            <a:chExt cx="6184900" cy="1752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1849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6184900">
                  <a:moveTo>
                    <a:pt x="0" y="0"/>
                  </a:moveTo>
                  <a:lnTo>
                    <a:pt x="6184900" y="0"/>
                  </a:lnTo>
                  <a:lnTo>
                    <a:pt x="61849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866765" y="275101"/>
            <a:ext cx="4467225" cy="1143000"/>
          </a:xfrm>
          <a:custGeom>
            <a:avLst/>
            <a:gdLst/>
            <a:ahLst/>
            <a:cxnLst/>
            <a:rect r="r" b="b" t="t" l="l"/>
            <a:pathLst>
              <a:path h="1143000" w="4467225">
                <a:moveTo>
                  <a:pt x="0" y="0"/>
                </a:moveTo>
                <a:lnTo>
                  <a:pt x="4467225" y="0"/>
                </a:lnTo>
                <a:lnTo>
                  <a:pt x="44672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686695" y="1688525"/>
            <a:ext cx="4038600" cy="2590800"/>
          </a:xfrm>
          <a:custGeom>
            <a:avLst/>
            <a:gdLst/>
            <a:ahLst/>
            <a:cxnLst/>
            <a:rect r="r" b="b" t="t" l="l"/>
            <a:pathLst>
              <a:path h="2590800" w="4038600">
                <a:moveTo>
                  <a:pt x="0" y="0"/>
                </a:moveTo>
                <a:lnTo>
                  <a:pt x="4038600" y="0"/>
                </a:lnTo>
                <a:lnTo>
                  <a:pt x="40386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5505040" y="3927138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5540912" y="3962429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5047278" y="392695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5082483" y="396216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5144519" y="3968839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4721790" y="1551261"/>
            <a:ext cx="4329112" cy="2428875"/>
          </a:xfrm>
          <a:custGeom>
            <a:avLst/>
            <a:gdLst/>
            <a:ahLst/>
            <a:cxnLst/>
            <a:rect r="r" b="b" t="t" l="l"/>
            <a:pathLst>
              <a:path h="2428875" w="4329112">
                <a:moveTo>
                  <a:pt x="0" y="0"/>
                </a:moveTo>
                <a:lnTo>
                  <a:pt x="4329113" y="0"/>
                </a:lnTo>
                <a:lnTo>
                  <a:pt x="4329113" y="2428875"/>
                </a:lnTo>
                <a:lnTo>
                  <a:pt x="0" y="2428875"/>
                </a:lnTo>
                <a:lnTo>
                  <a:pt x="0" y="0"/>
                </a:lnTo>
                <a:close/>
              </a:path>
            </a:pathLst>
          </a:custGeom>
          <a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952605" y="862117"/>
            <a:ext cx="3635131" cy="46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PROBLEM STATEMENT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10504" y="1766649"/>
            <a:ext cx="94669" cy="21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  <a:r>
              <a:rPr lang="en-US" b="true" sz="121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0504" y="2725550"/>
            <a:ext cx="94669" cy="21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  <a:r>
              <a:rPr lang="en-US" b="true" sz="121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10504" y="3205001"/>
            <a:ext cx="94669" cy="21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"/>
              </a:lnSpc>
            </a:pPr>
            <a:r>
              <a:rPr lang="en-US" b="true" sz="121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31878" y="1733845"/>
            <a:ext cx="3487541" cy="214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b="true" sz="121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70% of production incidents recur — engineers repeatedly debug the same root causes with no institutional memory (from PagerDuty State of DevOps Report)</a:t>
            </a:r>
          </a:p>
          <a:p>
            <a:pPr algn="l">
              <a:lnSpc>
                <a:spcPts val="1887"/>
              </a:lnSpc>
            </a:pPr>
            <a:r>
              <a:rPr lang="en-US" b="true" sz="121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$5,600/min average cost of critical IT downtime for enterprises (from Gartner)</a:t>
            </a:r>
          </a:p>
          <a:p>
            <a:pPr algn="l">
              <a:lnSpc>
                <a:spcPts val="1887"/>
              </a:lnSpc>
            </a:pPr>
            <a:r>
              <a:rPr lang="en-US" b="true" sz="121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2–4 hrs average MTTR (Mean Time To Resolve) for P1 incidents when runbooks are outdated or </a:t>
            </a:r>
          </a:p>
          <a:p>
            <a:pPr algn="l">
              <a:lnSpc>
                <a:spcPts val="1887"/>
              </a:lnSpc>
            </a:pPr>
            <a:r>
              <a:rPr lang="en-US" b="true" sz="121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missing (from Atlassian DevOps Trends)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265972" y="1603600"/>
            <a:ext cx="2320080" cy="26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b="true" sz="15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Why current systems lack??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764387" y="1940871"/>
            <a:ext cx="37033" cy="19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950714" y="1961988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950714" y="2685278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950714" y="3167472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950714" y="3649666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265972" y="1940871"/>
            <a:ext cx="3203238" cy="19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Incidenttools likePagerDuty andDatadog manage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265972" y="2153393"/>
            <a:ext cx="3784511" cy="191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escalation and metrics — they don't synthesize historical resolution context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On-call runbooks are manually maintained and go stale within weeks of a system change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Resolution knowledge lives in the heads of senior engineers — when they leave or are unavailable, recovery time spikes No system proactively surfaces "who solved this before and how" at the exact moment of a live incident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3386995" y="-530428"/>
            <a:ext cx="4638675" cy="1314450"/>
            <a:chOff x="0" y="0"/>
            <a:chExt cx="6184900" cy="1752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1849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6184900">
                  <a:moveTo>
                    <a:pt x="0" y="0"/>
                  </a:moveTo>
                  <a:lnTo>
                    <a:pt x="6184900" y="0"/>
                  </a:lnTo>
                  <a:lnTo>
                    <a:pt x="61849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3472720" y="-444703"/>
            <a:ext cx="4467225" cy="1143000"/>
          </a:xfrm>
          <a:custGeom>
            <a:avLst/>
            <a:gdLst/>
            <a:ahLst/>
            <a:cxnLst/>
            <a:rect r="r" b="b" t="t" l="l"/>
            <a:pathLst>
              <a:path h="1143000" w="4467225">
                <a:moveTo>
                  <a:pt x="0" y="0"/>
                </a:moveTo>
                <a:lnTo>
                  <a:pt x="4467225" y="0"/>
                </a:lnTo>
                <a:lnTo>
                  <a:pt x="44672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302466" y="1048903"/>
            <a:ext cx="3171825" cy="2895600"/>
          </a:xfrm>
          <a:custGeom>
            <a:avLst/>
            <a:gdLst/>
            <a:ahLst/>
            <a:cxnLst/>
            <a:rect r="r" b="b" t="t" l="l"/>
            <a:pathLst>
              <a:path h="2895600" w="3171825">
                <a:moveTo>
                  <a:pt x="0" y="0"/>
                </a:moveTo>
                <a:lnTo>
                  <a:pt x="3171825" y="0"/>
                </a:lnTo>
                <a:lnTo>
                  <a:pt x="3171825" y="2895600"/>
                </a:lnTo>
                <a:lnTo>
                  <a:pt x="0" y="2895600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3247539" y="1048588"/>
            <a:ext cx="3171825" cy="2590800"/>
          </a:xfrm>
          <a:custGeom>
            <a:avLst/>
            <a:gdLst/>
            <a:ahLst/>
            <a:cxnLst/>
            <a:rect r="r" b="b" t="t" l="l"/>
            <a:pathLst>
              <a:path h="2590800" w="3171825">
                <a:moveTo>
                  <a:pt x="0" y="0"/>
                </a:moveTo>
                <a:lnTo>
                  <a:pt x="3171825" y="0"/>
                </a:lnTo>
                <a:lnTo>
                  <a:pt x="3171825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6267317" y="1048398"/>
            <a:ext cx="3000375" cy="3681412"/>
          </a:xfrm>
          <a:custGeom>
            <a:avLst/>
            <a:gdLst/>
            <a:ahLst/>
            <a:cxnLst/>
            <a:rect r="r" b="b" t="t" l="l"/>
            <a:pathLst>
              <a:path h="3681412" w="3000375">
                <a:moveTo>
                  <a:pt x="0" y="0"/>
                </a:moveTo>
                <a:lnTo>
                  <a:pt x="3000375" y="0"/>
                </a:lnTo>
                <a:lnTo>
                  <a:pt x="3000375" y="3681412"/>
                </a:lnTo>
                <a:lnTo>
                  <a:pt x="0" y="3681412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3558559" y="142323"/>
            <a:ext cx="1690078" cy="46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SOLUTION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53703" y="1093203"/>
            <a:ext cx="2169557" cy="2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Persistent Incident Memory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44711" y="1418663"/>
            <a:ext cx="33757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733686" y="1093184"/>
            <a:ext cx="2244214" cy="2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Real-Time Context Surfacing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578756" y="1093194"/>
            <a:ext cx="2472614" cy="2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Expert Routing &amp; Autonomous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290330" y="1343816"/>
            <a:ext cx="973636" cy="2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Intervention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39325" y="1437065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9325" y="1876587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9325" y="3500257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484397" y="1534973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484397" y="2194255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484397" y="2853538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484397" y="3512820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6502898" y="1785604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502898" y="2225126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502898" y="2884408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502898" y="3543691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46849" y="1418663"/>
            <a:ext cx="1946824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MonitorsSlack #incidents channel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846849" y="1609849"/>
            <a:ext cx="2624747" cy="249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continuously as a passive listener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Every resolved incident — root cause, resolution steps, time taken, and resolver — is written into structured Durable Memory (YAML/Markdown)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Memory compounds over time: the more </a:t>
            </a:r>
          </a:p>
          <a:p>
            <a:pPr algn="l">
              <a:lnSpc>
                <a:spcPts val="249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incidents resolved, the smarter the agent </a:t>
            </a:r>
          </a:p>
          <a:p>
            <a:pPr algn="l">
              <a:lnSpc>
                <a:spcPts val="153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gets</a:t>
            </a:r>
          </a:p>
          <a:p>
            <a:pPr algn="l">
              <a:lnSpc>
                <a:spcPts val="1921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No manual documentation required — the </a:t>
            </a:r>
          </a:p>
          <a:p>
            <a:pPr algn="l">
              <a:lnSpc>
                <a:spcPts val="153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agent writes its own runbook from live </a:t>
            </a:r>
          </a:p>
          <a:p>
            <a:pPr algn="l">
              <a:lnSpc>
                <a:spcPts val="1921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conversations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791922" y="1487995"/>
            <a:ext cx="2584333" cy="28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When a P1/P2 alert ﬁres, InciWatch instantly queries memory for semantically similar past incidents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Surfaces: last 3 occurrences, resolution summary, who ﬁxed it, how long it took, and the relevant PR/ﬁx link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Posts context directly into the incident thread within seconds — no searching, no wiki-diving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Uses LLM-based semantic matching, not keyword search, so "DB connection pool exhausted" matches "database pool saturation"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810423" y="1738627"/>
            <a:ext cx="2417731" cy="262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Identiﬁes the engineer who last resolved a similar incident from memory</a:t>
            </a:r>
          </a:p>
          <a:p>
            <a:pPr algn="just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Proactively pings them via Slack/WhatsApp: "Similar to the Nov 14 incident you resolved. Can you assist?" Tracks incident lifecycle: open → in-progress → resolved, and logs resolution automatically</a:t>
            </a:r>
          </a:p>
          <a:p>
            <a:pPr algn="just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Sends weekly Incident Intelligence </a:t>
            </a:r>
          </a:p>
          <a:p>
            <a:pPr algn="just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Report: top recurring issues, average MTTR by category, knowledge gaps ﬂagged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497507" y="4414876"/>
            <a:ext cx="86068" cy="20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712796" y="-291303"/>
            <a:ext cx="3948112" cy="819150"/>
            <a:chOff x="0" y="0"/>
            <a:chExt cx="5264150" cy="1092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64150" cy="1092200"/>
            </a:xfrm>
            <a:custGeom>
              <a:avLst/>
              <a:gdLst/>
              <a:ahLst/>
              <a:cxnLst/>
              <a:rect r="r" b="b" t="t" l="l"/>
              <a:pathLst>
                <a:path h="1092200" w="5264150">
                  <a:moveTo>
                    <a:pt x="0" y="0"/>
                  </a:moveTo>
                  <a:lnTo>
                    <a:pt x="5264150" y="0"/>
                  </a:lnTo>
                  <a:lnTo>
                    <a:pt x="5264150" y="1092200"/>
                  </a:lnTo>
                  <a:lnTo>
                    <a:pt x="0" y="109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2798521" y="-205578"/>
            <a:ext cx="3776662" cy="647700"/>
          </a:xfrm>
          <a:custGeom>
            <a:avLst/>
            <a:gdLst/>
            <a:ahLst/>
            <a:cxnLst/>
            <a:rect r="r" b="b" t="t" l="l"/>
            <a:pathLst>
              <a:path h="647700" w="3776662">
                <a:moveTo>
                  <a:pt x="0" y="0"/>
                </a:moveTo>
                <a:lnTo>
                  <a:pt x="3776663" y="0"/>
                </a:lnTo>
                <a:lnTo>
                  <a:pt x="377666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421815" y="440922"/>
            <a:ext cx="3138488" cy="466725"/>
          </a:xfrm>
          <a:custGeom>
            <a:avLst/>
            <a:gdLst/>
            <a:ahLst/>
            <a:cxnLst/>
            <a:rect r="r" b="b" t="t" l="l"/>
            <a:pathLst>
              <a:path h="466725" w="3138488">
                <a:moveTo>
                  <a:pt x="0" y="0"/>
                </a:moveTo>
                <a:lnTo>
                  <a:pt x="3138487" y="0"/>
                </a:lnTo>
                <a:lnTo>
                  <a:pt x="3138487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3558521" y="440922"/>
            <a:ext cx="2057400" cy="466725"/>
          </a:xfrm>
          <a:custGeom>
            <a:avLst/>
            <a:gdLst/>
            <a:ahLst/>
            <a:cxnLst/>
            <a:rect r="r" b="b" t="t" l="l"/>
            <a:pathLst>
              <a:path h="466725" w="2057400">
                <a:moveTo>
                  <a:pt x="0" y="0"/>
                </a:moveTo>
                <a:lnTo>
                  <a:pt x="2057400" y="0"/>
                </a:lnTo>
                <a:lnTo>
                  <a:pt x="205740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5613768" y="440922"/>
            <a:ext cx="3338512" cy="466725"/>
          </a:xfrm>
          <a:custGeom>
            <a:avLst/>
            <a:gdLst/>
            <a:ahLst/>
            <a:cxnLst/>
            <a:rect r="r" b="b" t="t" l="l"/>
            <a:pathLst>
              <a:path h="466725" w="3338512">
                <a:moveTo>
                  <a:pt x="0" y="0"/>
                </a:moveTo>
                <a:lnTo>
                  <a:pt x="3338513" y="0"/>
                </a:lnTo>
                <a:lnTo>
                  <a:pt x="3338513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372742" y="386153"/>
            <a:ext cx="100012" cy="4957762"/>
          </a:xfrm>
          <a:custGeom>
            <a:avLst/>
            <a:gdLst/>
            <a:ahLst/>
            <a:cxnLst/>
            <a:rect r="r" b="b" t="t" l="l"/>
            <a:pathLst>
              <a:path h="4957762" w="100012">
                <a:moveTo>
                  <a:pt x="0" y="0"/>
                </a:moveTo>
                <a:lnTo>
                  <a:pt x="100012" y="0"/>
                </a:lnTo>
                <a:lnTo>
                  <a:pt x="100012" y="4957763"/>
                </a:lnTo>
                <a:lnTo>
                  <a:pt x="0" y="49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3509372" y="386153"/>
            <a:ext cx="100012" cy="4957762"/>
          </a:xfrm>
          <a:custGeom>
            <a:avLst/>
            <a:gdLst/>
            <a:ahLst/>
            <a:cxnLst/>
            <a:rect r="r" b="b" t="t" l="l"/>
            <a:pathLst>
              <a:path h="4957762" w="100012">
                <a:moveTo>
                  <a:pt x="0" y="0"/>
                </a:moveTo>
                <a:lnTo>
                  <a:pt x="100012" y="0"/>
                </a:lnTo>
                <a:lnTo>
                  <a:pt x="100012" y="4957763"/>
                </a:lnTo>
                <a:lnTo>
                  <a:pt x="0" y="49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5565067" y="386153"/>
            <a:ext cx="100012" cy="4957762"/>
          </a:xfrm>
          <a:custGeom>
            <a:avLst/>
            <a:gdLst/>
            <a:ahLst/>
            <a:cxnLst/>
            <a:rect r="r" b="b" t="t" l="l"/>
            <a:pathLst>
              <a:path h="4957762" w="100012">
                <a:moveTo>
                  <a:pt x="0" y="0"/>
                </a:moveTo>
                <a:lnTo>
                  <a:pt x="100012" y="0"/>
                </a:lnTo>
                <a:lnTo>
                  <a:pt x="100012" y="4957763"/>
                </a:lnTo>
                <a:lnTo>
                  <a:pt x="0" y="49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8900970" y="386153"/>
            <a:ext cx="100012" cy="4957762"/>
          </a:xfrm>
          <a:custGeom>
            <a:avLst/>
            <a:gdLst/>
            <a:ahLst/>
            <a:cxnLst/>
            <a:rect r="r" b="b" t="t" l="l"/>
            <a:pathLst>
              <a:path h="4957762" w="100012">
                <a:moveTo>
                  <a:pt x="0" y="0"/>
                </a:moveTo>
                <a:lnTo>
                  <a:pt x="100012" y="0"/>
                </a:lnTo>
                <a:lnTo>
                  <a:pt x="100012" y="4957763"/>
                </a:lnTo>
                <a:lnTo>
                  <a:pt x="0" y="49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367274" y="390916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367274" y="8576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367274" y="15053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367274" y="20387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367274" y="25721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367274" y="31055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71">
              <a:extLst>
                <a:ext uri="{96DAC541-7B7A-43D3-8B79-37D633B846F1}">
                  <asvg:svgBlip xmlns:asvg="http://schemas.microsoft.com/office/drawing/2016/SVG/main" r:embed="rId1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367274" y="36389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73">
              <a:extLst>
                <a:ext uri="{96DAC541-7B7A-43D3-8B79-37D633B846F1}">
                  <asvg:svgBlip xmlns:asvg="http://schemas.microsoft.com/office/drawing/2016/SVG/main" r:embed="rId1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367274" y="41723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75">
              <a:extLst>
                <a:ext uri="{96DAC541-7B7A-43D3-8B79-37D633B846F1}">
                  <asvg:svgBlip xmlns:asvg="http://schemas.microsoft.com/office/drawing/2016/SVG/main" r:embed="rId1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367274" y="4705741"/>
            <a:ext cx="8639175" cy="100012"/>
          </a:xfrm>
          <a:custGeom>
            <a:avLst/>
            <a:gdLst/>
            <a:ahLst/>
            <a:cxnLst/>
            <a:rect r="r" b="b" t="t" l="l"/>
            <a:pathLst>
              <a:path h="100012" w="8639175">
                <a:moveTo>
                  <a:pt x="0" y="0"/>
                </a:moveTo>
                <a:lnTo>
                  <a:pt x="8639175" y="0"/>
                </a:lnTo>
                <a:lnTo>
                  <a:pt x="8639175" y="100012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blipFill>
            <a:blip r:embed="rId177">
              <a:extLst>
                <a:ext uri="{96DAC541-7B7A-43D3-8B79-37D633B846F1}">
                  <asvg:svgBlip xmlns:asvg="http://schemas.microsoft.com/office/drawing/2016/SVG/main" r:embed="rId1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9" id="99"/>
          <p:cNvSpPr txBox="true"/>
          <p:nvPr/>
        </p:nvSpPr>
        <p:spPr>
          <a:xfrm rot="0">
            <a:off x="3211925" y="21679"/>
            <a:ext cx="3009081" cy="3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How InsiWatch Stands Out?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08473" y="586207"/>
            <a:ext cx="388582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F1F1F"/>
                </a:solidFill>
                <a:latin typeface="Arial Bold"/>
                <a:ea typeface="Arial Bold"/>
                <a:cs typeface="Arial Bold"/>
                <a:sym typeface="Arial Bold"/>
              </a:rPr>
              <a:t>Aspect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645103" y="586207"/>
            <a:ext cx="1401594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F1F1F"/>
                </a:solidFill>
                <a:latin typeface="Arial Bold"/>
                <a:ea typeface="Arial Bold"/>
                <a:cs typeface="Arial Bold"/>
                <a:sym typeface="Arial Bold"/>
              </a:rPr>
              <a:t>Traditional Incident Tools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700798" y="586207"/>
            <a:ext cx="545735" cy="16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F1F1F"/>
                </a:solidFill>
                <a:latin typeface="Arial Bold"/>
                <a:ea typeface="Arial Bold"/>
                <a:cs typeface="Arial Bold"/>
                <a:sym typeface="Arial Bold"/>
              </a:rPr>
              <a:t>InciWatch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65673" y="4848063"/>
            <a:ext cx="635375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Integration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65673" y="3781263"/>
            <a:ext cx="763067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 spc="2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MTTR Impact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65673" y="2181063"/>
            <a:ext cx="854859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Expert Routing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65673" y="4314663"/>
            <a:ext cx="1124779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Proactive Reporting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65673" y="2714463"/>
            <a:ext cx="1194702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Root Cause Matching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965673" y="1647663"/>
            <a:ext cx="1217781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Context at Alert Time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65673" y="999963"/>
            <a:ext cx="1226725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Knowledge Retention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65673" y="3247863"/>
            <a:ext cx="1265282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Runbook Maintenance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102303" y="3828888"/>
            <a:ext cx="1044864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Baseline (2–4 hrs average)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102303" y="2228688"/>
            <a:ext cx="1070610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Manual escalation chains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102303" y="2762088"/>
            <a:ext cx="1127855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Keyword-based log search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102303" y="1047588"/>
            <a:ext cx="1228458" cy="36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Lost when engineers leave or runbooks go stale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102303" y="1695288"/>
            <a:ext cx="1312516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None — engineer must search manually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102303" y="4362288"/>
            <a:ext cx="1391898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Dashboards you have to open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102303" y="3247863"/>
            <a:ext cx="1416453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Manual, always outdated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4102303" y="4895688"/>
            <a:ext cx="1434732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Requires dedicated tools (PagerDuty, Conﬂuence)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157998" y="4362288"/>
            <a:ext cx="2391261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Weekly digest pushed to Slack/WhatsApp automatically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6157998" y="1695288"/>
            <a:ext cx="2450906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Instant: past incidents, resolution, resolver surfaced in thread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6157998" y="1047588"/>
            <a:ext cx="2477995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Persistent Durable Memory — auto-written, never stale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6157998" y="3295488"/>
            <a:ext cx="2582999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Self-maintaining — agent writes and updates from live resolutions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6157998" y="2228688"/>
            <a:ext cx="2656380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Autonomous — pings the right engineer based on resolution history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6157998" y="4895688"/>
            <a:ext cx="2626633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Lives inside Slack — zero workﬂow change for engineers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157998" y="3781263"/>
            <a:ext cx="2598610" cy="17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Target: 40–60% reduction via instant context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6157998" y="2762088"/>
            <a:ext cx="2638101" cy="24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LLM semantic similarity — matches intent, not exact strings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738561" y="-21079"/>
            <a:ext cx="3948112" cy="819150"/>
            <a:chOff x="0" y="0"/>
            <a:chExt cx="5264150" cy="1092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64150" cy="1092200"/>
            </a:xfrm>
            <a:custGeom>
              <a:avLst/>
              <a:gdLst/>
              <a:ahLst/>
              <a:cxnLst/>
              <a:rect r="r" b="b" t="t" l="l"/>
              <a:pathLst>
                <a:path h="1092200" w="5264150">
                  <a:moveTo>
                    <a:pt x="0" y="0"/>
                  </a:moveTo>
                  <a:lnTo>
                    <a:pt x="5264150" y="0"/>
                  </a:lnTo>
                  <a:lnTo>
                    <a:pt x="5264150" y="1092200"/>
                  </a:lnTo>
                  <a:lnTo>
                    <a:pt x="0" y="109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2824286" y="64646"/>
            <a:ext cx="3776662" cy="647700"/>
          </a:xfrm>
          <a:custGeom>
            <a:avLst/>
            <a:gdLst/>
            <a:ahLst/>
            <a:cxnLst/>
            <a:rect r="r" b="b" t="t" l="l"/>
            <a:pathLst>
              <a:path h="647700" w="3776662">
                <a:moveTo>
                  <a:pt x="0" y="0"/>
                </a:moveTo>
                <a:lnTo>
                  <a:pt x="3776663" y="0"/>
                </a:lnTo>
                <a:lnTo>
                  <a:pt x="377666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-56140" y="710384"/>
            <a:ext cx="9201150" cy="4433888"/>
            <a:chOff x="0" y="0"/>
            <a:chExt cx="12268200" cy="59118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268200" cy="5911850"/>
            </a:xfrm>
            <a:custGeom>
              <a:avLst/>
              <a:gdLst/>
              <a:ahLst/>
              <a:cxnLst/>
              <a:rect r="r" b="b" t="t" l="l"/>
              <a:pathLst>
                <a:path h="591185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5911850"/>
                  </a:lnTo>
                  <a:lnTo>
                    <a:pt x="0" y="5911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8"/>
              <a:stretch>
                <a:fillRect l="0" t="-32082" r="0" b="-33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3204429" y="291903"/>
            <a:ext cx="3076708" cy="3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Methodology &amp;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252672" y="-637851"/>
            <a:ext cx="4638675" cy="1314450"/>
            <a:chOff x="0" y="0"/>
            <a:chExt cx="6184900" cy="1752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1849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6184900">
                  <a:moveTo>
                    <a:pt x="0" y="0"/>
                  </a:moveTo>
                  <a:lnTo>
                    <a:pt x="6184900" y="0"/>
                  </a:lnTo>
                  <a:lnTo>
                    <a:pt x="61849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2338397" y="-552126"/>
            <a:ext cx="4467225" cy="1143000"/>
          </a:xfrm>
          <a:custGeom>
            <a:avLst/>
            <a:gdLst/>
            <a:ahLst/>
            <a:cxnLst/>
            <a:rect r="r" b="b" t="t" l="l"/>
            <a:pathLst>
              <a:path h="1143000" w="4467225">
                <a:moveTo>
                  <a:pt x="0" y="0"/>
                </a:moveTo>
                <a:lnTo>
                  <a:pt x="4467225" y="0"/>
                </a:lnTo>
                <a:lnTo>
                  <a:pt x="44672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713775" y="1126331"/>
            <a:ext cx="4210050" cy="2890838"/>
          </a:xfrm>
          <a:custGeom>
            <a:avLst/>
            <a:gdLst/>
            <a:ahLst/>
            <a:cxnLst/>
            <a:rect r="r" b="b" t="t" l="l"/>
            <a:pathLst>
              <a:path h="2890838" w="4210050">
                <a:moveTo>
                  <a:pt x="0" y="0"/>
                </a:moveTo>
                <a:lnTo>
                  <a:pt x="4210050" y="0"/>
                </a:lnTo>
                <a:lnTo>
                  <a:pt x="4210050" y="2890838"/>
                </a:lnTo>
                <a:lnTo>
                  <a:pt x="0" y="2890838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4972802" y="1179690"/>
            <a:ext cx="3981450" cy="3324225"/>
          </a:xfrm>
          <a:custGeom>
            <a:avLst/>
            <a:gdLst/>
            <a:ahLst/>
            <a:cxnLst/>
            <a:rect r="r" b="b" t="t" l="l"/>
            <a:pathLst>
              <a:path h="3324225" w="3981450">
                <a:moveTo>
                  <a:pt x="0" y="0"/>
                </a:moveTo>
                <a:lnTo>
                  <a:pt x="3981450" y="0"/>
                </a:lnTo>
                <a:lnTo>
                  <a:pt x="398145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3301794" y="171479"/>
            <a:ext cx="2591476" cy="3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Technical Speciﬁcations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57224" y="1143152"/>
            <a:ext cx="3669944" cy="366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3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Platforms &amp; libraries planned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Slack free tier — primary deployment channel; Bot Token + Events API webhook via api.slack.com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Groq API (free, no credit card) — LLM inference via llama-3.3-70b at console.groq.com; fast, generous free 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tier sufﬁcient for demo and evaluation scale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Node.js ≥ 22 — mandatory OpenClaw runtime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ngrok free tier — exposes local webhook endpoint for 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Slack Events API during development and demo Prometheus Alertmanager (open-source) — planned alert source; manual [P1] Slack messages as fallback during demo</a:t>
            </a:r>
          </a:p>
          <a:p>
            <a:pPr algn="l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YAML ﬂat ﬁles — OpenClaw's native Durable Memory format for incident history; zero infra, fully inspectable by judges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517747" y="1194654"/>
            <a:ext cx="3438868" cy="317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4"/>
              </a:lnSpc>
            </a:pPr>
            <a:r>
              <a:rPr lang="en-US" b="true" sz="13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Planned memory implementation</a:t>
            </a:r>
          </a:p>
          <a:p>
            <a:pPr algn="just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Durable Memory via incidents.yaml — agent writes a structured entry on every resolved P1 (alert type, resolver, resolution summary, duration); on next matching alert, relevant entries are paged into LLM context window automatically</a:t>
            </a:r>
          </a:p>
          <a:p>
            <a:pPr algn="just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SOUL.md — deﬁnes agent persona and recall behavior: surface last 3 matching incidents, ping past resolver </a:t>
            </a:r>
          </a:p>
          <a:p>
            <a:pPr algn="just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by Slack handle, respond within 5 seconds HEARTBEAT.md — proactive weekly digest every Monday 9am: P1 count, avg resolution time, most frequent alert, top resolver; derived entirely from memory, no external DB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41965" y="1496311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41965" y="1978504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41965" y="2673220"/>
            <a:ext cx="88411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8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 ●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41965" y="3425085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41965" y="4148376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202498" y="1547813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202498" y="2753297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202498" y="3476587"/>
            <a:ext cx="88411" cy="1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b="true" sz="11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" y="513079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2" y="49921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2" y="48532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2" y="47142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2" y="457820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2" y="443924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62" y="4300642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62" y="41598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2" y="402089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2" y="388229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2" y="374333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2" y="360730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62" y="3468348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2" y="33275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2" y="318892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62" y="3049962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62" y="291102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62" y="2772061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62" y="26360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362" y="2497436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62" y="235661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362" y="221765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62" y="2078698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362" y="1940100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362" y="1804045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362" y="166508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362" y="1526134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362" y="138535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362" y="124675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362" y="1107777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362" y="96881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362" y="832761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-362" y="694163"/>
            <a:ext cx="9144000" cy="9525"/>
          </a:xfrm>
          <a:custGeom>
            <a:avLst/>
            <a:gdLst/>
            <a:ahLst/>
            <a:cxnLst/>
            <a:rect r="r" b="b" t="t" l="l"/>
            <a:pathLst>
              <a:path h="9525" w="9144000">
                <a:moveTo>
                  <a:pt x="0" y="0"/>
                </a:moveTo>
                <a:lnTo>
                  <a:pt x="9144000" y="0"/>
                </a:lnTo>
                <a:lnTo>
                  <a:pt x="914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362" y="55337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2" y="414414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7"/>
                </a:lnTo>
                <a:lnTo>
                  <a:pt x="0" y="1428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362" y="275453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-362" y="136855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362" y="-2086"/>
            <a:ext cx="9144000" cy="14288"/>
          </a:xfrm>
          <a:custGeom>
            <a:avLst/>
            <a:gdLst/>
            <a:ahLst/>
            <a:cxnLst/>
            <a:rect r="r" b="b" t="t" l="l"/>
            <a:pathLst>
              <a:path h="14288" w="9144000">
                <a:moveTo>
                  <a:pt x="0" y="0"/>
                </a:moveTo>
                <a:lnTo>
                  <a:pt x="9144000" y="0"/>
                </a:lnTo>
                <a:lnTo>
                  <a:pt x="91440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6593" y="169900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6593" y="1845374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46593" y="1991525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46593" y="2137848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8"/>
                </a:lnTo>
                <a:lnTo>
                  <a:pt x="0" y="147638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46593" y="2284362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6593" y="2430523"/>
            <a:ext cx="242888" cy="147638"/>
          </a:xfrm>
          <a:custGeom>
            <a:avLst/>
            <a:gdLst/>
            <a:ahLst/>
            <a:cxnLst/>
            <a:rect r="r" b="b" t="t" l="l"/>
            <a:pathLst>
              <a:path h="147638" w="242888">
                <a:moveTo>
                  <a:pt x="0" y="0"/>
                </a:moveTo>
                <a:lnTo>
                  <a:pt x="242887" y="0"/>
                </a:lnTo>
                <a:lnTo>
                  <a:pt x="242887" y="147637"/>
                </a:lnTo>
                <a:lnTo>
                  <a:pt x="0" y="147637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355247" y="-94336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690433" y="67427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26009" y="103308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04848" y="4013892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0709" y="4049192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5683" y="4055593"/>
            <a:ext cx="381000" cy="19050"/>
          </a:xfrm>
          <a:custGeom>
            <a:avLst/>
            <a:gdLst/>
            <a:ahLst/>
            <a:cxnLst/>
            <a:rect r="r" b="b" t="t" l="l"/>
            <a:pathLst>
              <a:path h="19050" w="381000">
                <a:moveTo>
                  <a:pt x="0" y="0"/>
                </a:moveTo>
                <a:lnTo>
                  <a:pt x="381000" y="0"/>
                </a:lnTo>
                <a:lnTo>
                  <a:pt x="381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36505" y="-270158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5507" y="3858682"/>
            <a:ext cx="590550" cy="1285875"/>
          </a:xfrm>
          <a:custGeom>
            <a:avLst/>
            <a:gdLst/>
            <a:ahLst/>
            <a:cxnLst/>
            <a:rect r="r" b="b" t="t" l="l"/>
            <a:pathLst>
              <a:path h="1285875" w="590550">
                <a:moveTo>
                  <a:pt x="0" y="0"/>
                </a:moveTo>
                <a:lnTo>
                  <a:pt x="590550" y="0"/>
                </a:lnTo>
                <a:lnTo>
                  <a:pt x="5905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856839" y="-2057"/>
            <a:ext cx="1285875" cy="590550"/>
          </a:xfrm>
          <a:custGeom>
            <a:avLst/>
            <a:gdLst/>
            <a:ahLst/>
            <a:cxnLst/>
            <a:rect r="r" b="b" t="t" l="l"/>
            <a:pathLst>
              <a:path h="590550" w="1285875">
                <a:moveTo>
                  <a:pt x="0" y="0"/>
                </a:moveTo>
                <a:lnTo>
                  <a:pt x="1285875" y="0"/>
                </a:lnTo>
                <a:lnTo>
                  <a:pt x="128587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30377" y="-281035"/>
            <a:ext cx="228600" cy="1357312"/>
          </a:xfrm>
          <a:custGeom>
            <a:avLst/>
            <a:gdLst/>
            <a:ahLst/>
            <a:cxnLst/>
            <a:rect r="r" b="b" t="t" l="l"/>
            <a:pathLst>
              <a:path h="1357312" w="228600">
                <a:moveTo>
                  <a:pt x="0" y="0"/>
                </a:moveTo>
                <a:lnTo>
                  <a:pt x="228600" y="0"/>
                </a:lnTo>
                <a:lnTo>
                  <a:pt x="228600" y="1357312"/>
                </a:lnTo>
                <a:lnTo>
                  <a:pt x="0" y="135731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682552" y="105415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18109" y="1089727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2" y="0"/>
                </a:lnTo>
                <a:lnTo>
                  <a:pt x="42862" y="42862"/>
                </a:lnTo>
                <a:lnTo>
                  <a:pt x="0" y="4286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-876" y="-454748227"/>
            <a:ext cx="1285875" cy="459671738"/>
          </a:xfrm>
          <a:custGeom>
            <a:avLst/>
            <a:gdLst/>
            <a:ahLst/>
            <a:cxnLst/>
            <a:rect r="r" b="b" t="t" l="l"/>
            <a:pathLst>
              <a:path h="459671738" w="1285875">
                <a:moveTo>
                  <a:pt x="0" y="0"/>
                </a:moveTo>
                <a:lnTo>
                  <a:pt x="1285875" y="0"/>
                </a:lnTo>
                <a:lnTo>
                  <a:pt x="1285875" y="459671738"/>
                </a:lnTo>
                <a:lnTo>
                  <a:pt x="0" y="45967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590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80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20589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13106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5622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98148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90664" y="4644628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1881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3342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65868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58385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350911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443427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7" y="0"/>
                </a:lnTo>
                <a:lnTo>
                  <a:pt x="52387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94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2846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20623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13149" y="4561465"/>
            <a:ext cx="52388" cy="52388"/>
          </a:xfrm>
          <a:custGeom>
            <a:avLst/>
            <a:gdLst/>
            <a:ahLst/>
            <a:cxnLst/>
            <a:rect r="r" b="b" t="t" l="l"/>
            <a:pathLst>
              <a:path h="52388" w="52388">
                <a:moveTo>
                  <a:pt x="0" y="0"/>
                </a:moveTo>
                <a:lnTo>
                  <a:pt x="52388" y="0"/>
                </a:lnTo>
                <a:lnTo>
                  <a:pt x="523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5799725" y="5003263"/>
            <a:ext cx="1357312" cy="228600"/>
          </a:xfrm>
          <a:custGeom>
            <a:avLst/>
            <a:gdLst/>
            <a:ahLst/>
            <a:cxnLst/>
            <a:rect r="r" b="b" t="t" l="l"/>
            <a:pathLst>
              <a:path h="228600" w="1357312">
                <a:moveTo>
                  <a:pt x="0" y="0"/>
                </a:moveTo>
                <a:lnTo>
                  <a:pt x="1357312" y="0"/>
                </a:lnTo>
                <a:lnTo>
                  <a:pt x="135731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706075" y="495568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5741289" y="4991376"/>
            <a:ext cx="42862" cy="42862"/>
          </a:xfrm>
          <a:custGeom>
            <a:avLst/>
            <a:gdLst/>
            <a:ahLst/>
            <a:cxnLst/>
            <a:rect r="r" b="b" t="t" l="l"/>
            <a:pathLst>
              <a:path h="42862" w="42862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  <a:lnTo>
                  <a:pt x="0" y="4286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252672" y="-637851"/>
            <a:ext cx="4638675" cy="1314450"/>
            <a:chOff x="0" y="0"/>
            <a:chExt cx="6184900" cy="1752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1849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6184900">
                  <a:moveTo>
                    <a:pt x="0" y="0"/>
                  </a:moveTo>
                  <a:lnTo>
                    <a:pt x="6184900" y="0"/>
                  </a:lnTo>
                  <a:lnTo>
                    <a:pt x="61849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2338397" y="-552126"/>
            <a:ext cx="4467225" cy="1143000"/>
          </a:xfrm>
          <a:custGeom>
            <a:avLst/>
            <a:gdLst/>
            <a:ahLst/>
            <a:cxnLst/>
            <a:rect r="r" b="b" t="t" l="l"/>
            <a:pathLst>
              <a:path h="1143000" w="4467225">
                <a:moveTo>
                  <a:pt x="0" y="0"/>
                </a:moveTo>
                <a:lnTo>
                  <a:pt x="4467225" y="0"/>
                </a:lnTo>
                <a:lnTo>
                  <a:pt x="44672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808463" y="1350169"/>
            <a:ext cx="4162425" cy="2443162"/>
          </a:xfrm>
          <a:custGeom>
            <a:avLst/>
            <a:gdLst/>
            <a:ahLst/>
            <a:cxnLst/>
            <a:rect r="r" b="b" t="t" l="l"/>
            <a:pathLst>
              <a:path h="2443162" w="4162425">
                <a:moveTo>
                  <a:pt x="0" y="0"/>
                </a:moveTo>
                <a:lnTo>
                  <a:pt x="4162425" y="0"/>
                </a:lnTo>
                <a:lnTo>
                  <a:pt x="4162425" y="2443162"/>
                </a:lnTo>
                <a:lnTo>
                  <a:pt x="0" y="2443162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5146186" y="1351988"/>
            <a:ext cx="3933825" cy="2981325"/>
          </a:xfrm>
          <a:custGeom>
            <a:avLst/>
            <a:gdLst/>
            <a:ahLst/>
            <a:cxnLst/>
            <a:rect r="r" b="b" t="t" l="l"/>
            <a:pathLst>
              <a:path h="2981325" w="3933825">
                <a:moveTo>
                  <a:pt x="0" y="0"/>
                </a:moveTo>
                <a:lnTo>
                  <a:pt x="3933825" y="0"/>
                </a:lnTo>
                <a:lnTo>
                  <a:pt x="3933825" y="2981325"/>
                </a:lnTo>
                <a:lnTo>
                  <a:pt x="0" y="2981325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3150003" y="171479"/>
            <a:ext cx="2961056" cy="3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8FFFFF"/>
                </a:solidFill>
                <a:latin typeface="Exo 2 Bold"/>
                <a:ea typeface="Exo 2 Bold"/>
                <a:cs typeface="Exo 2 Bold"/>
                <a:sym typeface="Exo 2 Bold"/>
              </a:rPr>
              <a:t>Future Scope &amp; Conclusion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95798" y="1395346"/>
            <a:ext cx="907342" cy="26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Conclusion</a:t>
            </a:r>
            <a:r>
              <a:rPr lang="en-US" b="true" sz="143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: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232321" y="1395346"/>
            <a:ext cx="1082926" cy="2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Future Scope: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45474" y="1837134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45474" y="2276656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45474" y="2764946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45474" y="3241043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381996" y="1837134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81996" y="2276656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81996" y="2716178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381996" y="3155699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381996" y="3595221"/>
            <a:ext cx="80591" cy="18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2"/>
              </a:lnSpc>
            </a:pPr>
            <a:r>
              <a:rPr lang="en-US" b="true" sz="103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●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52998" y="1790157"/>
            <a:ext cx="3575161" cy="18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Transforms incident response from reactive and manual to proactive and memory-driven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Eliminates the single biggest MTTR contributor: time spent ﬁnding who knows what</a:t>
            </a:r>
          </a:p>
          <a:p>
            <a:pPr algn="l">
              <a:lnSpc>
                <a:spcPts val="249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Self-improving — every resolved incident makes the next </a:t>
            </a:r>
          </a:p>
          <a:p>
            <a:pPr algn="l">
              <a:lnSpc>
                <a:spcPts val="153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resolution faster</a:t>
            </a:r>
          </a:p>
          <a:p>
            <a:pPr algn="l">
              <a:lnSpc>
                <a:spcPts val="1921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Zero workﬂow change for engineers: lives entirely inside Slack </a:t>
            </a:r>
          </a:p>
          <a:p>
            <a:pPr algn="l">
              <a:lnSpc>
                <a:spcPts val="1538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they already use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689521" y="1790157"/>
            <a:ext cx="3252530" cy="218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Voice-activated incident assistant for mobile on-call scenarios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Predictive incident detection — ﬂag services showing pre-failure patterns before alert ﬁres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Cross-org anonymized incident benchmarking (how does your MTTR compare to industry?)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Auto-generated post-mortem reports from incident memory with one command</a:t>
            </a:r>
          </a:p>
          <a:p>
            <a:pPr algn="l">
              <a:lnSpc>
                <a:spcPts val="1730"/>
              </a:lnSpc>
            </a:pPr>
            <a:r>
              <a:rPr lang="en-US" b="true" sz="103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Integration with Jira for automatic ticket creation and linking on P1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DAHJGpLy4IA</dc:identifier>
  <dcterms:modified xsi:type="dcterms:W3CDTF">2011-08-01T06:04:30Z</dcterms:modified>
  <cp:revision>1</cp:revision>
  <dc:title>RVCE_Obsidian_PPT.pdf</dc:title>
</cp:coreProperties>
</file>